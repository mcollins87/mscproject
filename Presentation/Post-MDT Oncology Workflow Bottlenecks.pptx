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5" autoAdjust="0"/>
    <p:restoredTop sz="79696" autoAdjust="0"/>
  </p:normalViewPr>
  <p:slideViewPr>
    <p:cSldViewPr snapToGrid="0">
      <p:cViewPr>
        <p:scale>
          <a:sx n="100" d="100"/>
          <a:sy n="100" d="100"/>
        </p:scale>
        <p:origin x="924" y="6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Relationship Id="rId4" Type="http://schemas.openxmlformats.org/officeDocument/2006/relationships/image" Target="../media/image21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Relationship Id="rId4" Type="http://schemas.openxmlformats.org/officeDocument/2006/relationships/image" Target="../media/image2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C51651-673A-41C9-BCB4-FB164894128C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447F61-9214-4D07-A639-7D3E29FEE78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Timely Cancer treatment is critical for outcomes</a:t>
          </a:r>
        </a:p>
      </dgm:t>
    </dgm:pt>
    <dgm:pt modelId="{89CD2BA6-FBE1-4204-849E-62F36523DC40}" type="parTrans" cxnId="{80EF2D7E-69BA-41E3-8E23-4238B02583C8}">
      <dgm:prSet/>
      <dgm:spPr/>
      <dgm:t>
        <a:bodyPr/>
        <a:lstStyle/>
        <a:p>
          <a:endParaRPr lang="en-US"/>
        </a:p>
      </dgm:t>
    </dgm:pt>
    <dgm:pt modelId="{C62C17D0-3D6C-4F56-9360-B8464C04C3C9}" type="sibTrans" cxnId="{80EF2D7E-69BA-41E3-8E23-4238B02583C8}">
      <dgm:prSet/>
      <dgm:spPr/>
      <dgm:t>
        <a:bodyPr/>
        <a:lstStyle/>
        <a:p>
          <a:endParaRPr lang="en-US"/>
        </a:p>
      </dgm:t>
    </dgm:pt>
    <dgm:pt modelId="{B3510EC0-A363-4528-A822-95FCF3FB67A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New NHS standards</a:t>
          </a:r>
        </a:p>
      </dgm:t>
    </dgm:pt>
    <dgm:pt modelId="{A8EE77AA-5CE5-4DCE-AA1C-763C472AACC4}" type="parTrans" cxnId="{9C630AF1-26DC-46F7-8B13-3926EB4825BE}">
      <dgm:prSet/>
      <dgm:spPr/>
      <dgm:t>
        <a:bodyPr/>
        <a:lstStyle/>
        <a:p>
          <a:endParaRPr lang="en-US"/>
        </a:p>
      </dgm:t>
    </dgm:pt>
    <dgm:pt modelId="{269FAD38-E94E-405E-AAFE-0545F3DF30EB}" type="sibTrans" cxnId="{9C630AF1-26DC-46F7-8B13-3926EB4825BE}">
      <dgm:prSet/>
      <dgm:spPr/>
      <dgm:t>
        <a:bodyPr/>
        <a:lstStyle/>
        <a:p>
          <a:endParaRPr lang="en-US"/>
        </a:p>
      </dgm:t>
    </dgm:pt>
    <dgm:pt modelId="{C2084F52-1CA9-43EE-9B1E-40BC39EE7F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28-day FDS</a:t>
          </a:r>
        </a:p>
      </dgm:t>
    </dgm:pt>
    <dgm:pt modelId="{D9E4FA58-52BB-4A03-A555-361AEDD03D37}" type="parTrans" cxnId="{5AB2FAFA-A271-41A8-ADAF-A6BEBB8F568E}">
      <dgm:prSet/>
      <dgm:spPr/>
      <dgm:t>
        <a:bodyPr/>
        <a:lstStyle/>
        <a:p>
          <a:endParaRPr lang="en-US"/>
        </a:p>
      </dgm:t>
    </dgm:pt>
    <dgm:pt modelId="{30FE8009-B4AC-4C39-B232-A2F2B9233937}" type="sibTrans" cxnId="{5AB2FAFA-A271-41A8-ADAF-A6BEBB8F568E}">
      <dgm:prSet/>
      <dgm:spPr/>
      <dgm:t>
        <a:bodyPr/>
        <a:lstStyle/>
        <a:p>
          <a:endParaRPr lang="en-US"/>
        </a:p>
      </dgm:t>
    </dgm:pt>
    <dgm:pt modelId="{612EEF9D-8BE5-47A4-8DC3-7A99EDD432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31-day DTT</a:t>
          </a:r>
        </a:p>
      </dgm:t>
    </dgm:pt>
    <dgm:pt modelId="{824CB247-0448-4CB8-AD97-0EAA889A0BED}" type="parTrans" cxnId="{E76C902F-2055-4B98-86C9-1CED668C0EF1}">
      <dgm:prSet/>
      <dgm:spPr/>
      <dgm:t>
        <a:bodyPr/>
        <a:lstStyle/>
        <a:p>
          <a:endParaRPr lang="en-US"/>
        </a:p>
      </dgm:t>
    </dgm:pt>
    <dgm:pt modelId="{70DAE7D0-F668-40E4-A347-89E9E77FD232}" type="sibTrans" cxnId="{E76C902F-2055-4B98-86C9-1CED668C0EF1}">
      <dgm:prSet/>
      <dgm:spPr/>
      <dgm:t>
        <a:bodyPr/>
        <a:lstStyle/>
        <a:p>
          <a:endParaRPr lang="en-US"/>
        </a:p>
      </dgm:t>
    </dgm:pt>
    <dgm:pt modelId="{980F258F-C352-4465-9049-427F5056A8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62-day RTT</a:t>
          </a:r>
        </a:p>
      </dgm:t>
    </dgm:pt>
    <dgm:pt modelId="{C757EE24-6623-4290-924B-FB1ED3B4B148}" type="parTrans" cxnId="{21271B9F-1D9D-49D8-A269-3E1FB3F949B5}">
      <dgm:prSet/>
      <dgm:spPr/>
      <dgm:t>
        <a:bodyPr/>
        <a:lstStyle/>
        <a:p>
          <a:endParaRPr lang="en-US"/>
        </a:p>
      </dgm:t>
    </dgm:pt>
    <dgm:pt modelId="{5A469692-FD62-4FDA-9E2A-98E82D62AD1A}" type="sibTrans" cxnId="{21271B9F-1D9D-49D8-A269-3E1FB3F949B5}">
      <dgm:prSet/>
      <dgm:spPr/>
      <dgm:t>
        <a:bodyPr/>
        <a:lstStyle/>
        <a:p>
          <a:endParaRPr lang="en-US"/>
        </a:p>
      </dgm:t>
    </dgm:pt>
    <dgm:pt modelId="{23E18CF5-1910-4E25-B47F-8696DB30B03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Post-MDT delays remain poorly visible</a:t>
          </a:r>
        </a:p>
      </dgm:t>
    </dgm:pt>
    <dgm:pt modelId="{6628EAC6-4A7B-4F97-824A-A2FB18A0CD30}" type="parTrans" cxnId="{4DE09774-B8AA-4D98-B96E-926C722EAD3C}">
      <dgm:prSet/>
      <dgm:spPr/>
      <dgm:t>
        <a:bodyPr/>
        <a:lstStyle/>
        <a:p>
          <a:endParaRPr lang="en-US"/>
        </a:p>
      </dgm:t>
    </dgm:pt>
    <dgm:pt modelId="{95A6679D-BAFF-4F0E-84DB-F62CE184C1CB}" type="sibTrans" cxnId="{4DE09774-B8AA-4D98-B96E-926C722EAD3C}">
      <dgm:prSet/>
      <dgm:spPr/>
      <dgm:t>
        <a:bodyPr/>
        <a:lstStyle/>
        <a:p>
          <a:endParaRPr lang="en-US"/>
        </a:p>
      </dgm:t>
    </dgm:pt>
    <dgm:pt modelId="{E3A2857D-FC4B-4695-BD91-216C45F7E25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Johnson (2024)</a:t>
          </a:r>
        </a:p>
      </dgm:t>
    </dgm:pt>
    <dgm:pt modelId="{6A0094D5-AFD3-460F-AB1A-62E5B8F215A0}" type="parTrans" cxnId="{25C70F48-FAEE-4E43-B937-E476C6EBD28A}">
      <dgm:prSet/>
      <dgm:spPr/>
      <dgm:t>
        <a:bodyPr/>
        <a:lstStyle/>
        <a:p>
          <a:endParaRPr lang="en-US"/>
        </a:p>
      </dgm:t>
    </dgm:pt>
    <dgm:pt modelId="{2854D22A-0C25-4428-B4E6-4457E031F43B}" type="sibTrans" cxnId="{25C70F48-FAEE-4E43-B937-E476C6EBD28A}">
      <dgm:prSet/>
      <dgm:spPr/>
      <dgm:t>
        <a:bodyPr/>
        <a:lstStyle/>
        <a:p>
          <a:endParaRPr lang="en-US"/>
        </a:p>
      </dgm:t>
    </dgm:pt>
    <dgm:pt modelId="{C88CFBF5-C438-4CD3-8EB4-39E7120A4C32}" type="pres">
      <dgm:prSet presAssocID="{02C51651-673A-41C9-BCB4-FB164894128C}" presName="root" presStyleCnt="0">
        <dgm:presLayoutVars>
          <dgm:dir/>
          <dgm:resizeHandles val="exact"/>
        </dgm:presLayoutVars>
      </dgm:prSet>
      <dgm:spPr/>
    </dgm:pt>
    <dgm:pt modelId="{1EA2AD28-ACB3-4332-82FD-5A45494CB163}" type="pres">
      <dgm:prSet presAssocID="{39447F61-9214-4D07-A639-7D3E29FEE781}" presName="compNode" presStyleCnt="0"/>
      <dgm:spPr/>
    </dgm:pt>
    <dgm:pt modelId="{66244EAD-87CA-40CE-BA1B-8E61E1C63C6A}" type="pres">
      <dgm:prSet presAssocID="{39447F61-9214-4D07-A639-7D3E29FEE78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F8D8D2D-C924-4F65-97E0-65144AA2AA46}" type="pres">
      <dgm:prSet presAssocID="{39447F61-9214-4D07-A639-7D3E29FEE781}" presName="iconSpace" presStyleCnt="0"/>
      <dgm:spPr/>
    </dgm:pt>
    <dgm:pt modelId="{D2F2092D-4DF4-47F1-B0CD-E4BF135B54DF}" type="pres">
      <dgm:prSet presAssocID="{39447F61-9214-4D07-A639-7D3E29FEE781}" presName="parTx" presStyleLbl="revTx" presStyleIdx="0" presStyleCnt="8">
        <dgm:presLayoutVars>
          <dgm:chMax val="0"/>
          <dgm:chPref val="0"/>
        </dgm:presLayoutVars>
      </dgm:prSet>
      <dgm:spPr/>
    </dgm:pt>
    <dgm:pt modelId="{DDAAFF5B-4CAF-4FAF-B048-6E70D9A34467}" type="pres">
      <dgm:prSet presAssocID="{39447F61-9214-4D07-A639-7D3E29FEE781}" presName="txSpace" presStyleCnt="0"/>
      <dgm:spPr/>
    </dgm:pt>
    <dgm:pt modelId="{7C96EC94-E115-496A-A5C5-35047B04F0C2}" type="pres">
      <dgm:prSet presAssocID="{39447F61-9214-4D07-A639-7D3E29FEE781}" presName="desTx" presStyleLbl="revTx" presStyleIdx="1" presStyleCnt="8">
        <dgm:presLayoutVars/>
      </dgm:prSet>
      <dgm:spPr/>
    </dgm:pt>
    <dgm:pt modelId="{FCCC7215-6A31-4002-9E91-509CFE43929E}" type="pres">
      <dgm:prSet presAssocID="{C62C17D0-3D6C-4F56-9360-B8464C04C3C9}" presName="sibTrans" presStyleCnt="0"/>
      <dgm:spPr/>
    </dgm:pt>
    <dgm:pt modelId="{8A721FA0-8787-4CDC-AC08-68BFC35719AF}" type="pres">
      <dgm:prSet presAssocID="{B3510EC0-A363-4528-A822-95FCF3FB67AB}" presName="compNode" presStyleCnt="0"/>
      <dgm:spPr/>
    </dgm:pt>
    <dgm:pt modelId="{F8F12ADF-D65E-45E8-804E-A14EAFFC528D}" type="pres">
      <dgm:prSet presAssocID="{B3510EC0-A363-4528-A822-95FCF3FB67A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85BB05C1-566A-45B0-B43F-DC7610A90B9C}" type="pres">
      <dgm:prSet presAssocID="{B3510EC0-A363-4528-A822-95FCF3FB67AB}" presName="iconSpace" presStyleCnt="0"/>
      <dgm:spPr/>
    </dgm:pt>
    <dgm:pt modelId="{275B3384-07B2-4F19-96D7-8F48784CFC62}" type="pres">
      <dgm:prSet presAssocID="{B3510EC0-A363-4528-A822-95FCF3FB67AB}" presName="parTx" presStyleLbl="revTx" presStyleIdx="2" presStyleCnt="8">
        <dgm:presLayoutVars>
          <dgm:chMax val="0"/>
          <dgm:chPref val="0"/>
        </dgm:presLayoutVars>
      </dgm:prSet>
      <dgm:spPr/>
    </dgm:pt>
    <dgm:pt modelId="{FBD667BC-7258-47BD-8A76-BC1C0A016817}" type="pres">
      <dgm:prSet presAssocID="{B3510EC0-A363-4528-A822-95FCF3FB67AB}" presName="txSpace" presStyleCnt="0"/>
      <dgm:spPr/>
    </dgm:pt>
    <dgm:pt modelId="{27CC7423-AB69-4F5B-82E3-4528D8037F9B}" type="pres">
      <dgm:prSet presAssocID="{B3510EC0-A363-4528-A822-95FCF3FB67AB}" presName="desTx" presStyleLbl="revTx" presStyleIdx="3" presStyleCnt="8">
        <dgm:presLayoutVars/>
      </dgm:prSet>
      <dgm:spPr/>
    </dgm:pt>
    <dgm:pt modelId="{6278C0B1-FDB1-416A-9A08-FF8E3B3EA305}" type="pres">
      <dgm:prSet presAssocID="{269FAD38-E94E-405E-AAFE-0545F3DF30EB}" presName="sibTrans" presStyleCnt="0"/>
      <dgm:spPr/>
    </dgm:pt>
    <dgm:pt modelId="{0F35247C-3D33-457B-85B6-DA8F767516B0}" type="pres">
      <dgm:prSet presAssocID="{23E18CF5-1910-4E25-B47F-8696DB30B033}" presName="compNode" presStyleCnt="0"/>
      <dgm:spPr/>
    </dgm:pt>
    <dgm:pt modelId="{15DE2F02-201A-48D5-8FE0-5BEFE8ABF44A}" type="pres">
      <dgm:prSet presAssocID="{23E18CF5-1910-4E25-B47F-8696DB30B03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631EEE46-5049-4408-9F8E-531F65AB5A84}" type="pres">
      <dgm:prSet presAssocID="{23E18CF5-1910-4E25-B47F-8696DB30B033}" presName="iconSpace" presStyleCnt="0"/>
      <dgm:spPr/>
    </dgm:pt>
    <dgm:pt modelId="{7FF8437C-2E74-4BF8-8DBC-2AEB6C866464}" type="pres">
      <dgm:prSet presAssocID="{23E18CF5-1910-4E25-B47F-8696DB30B033}" presName="parTx" presStyleLbl="revTx" presStyleIdx="4" presStyleCnt="8">
        <dgm:presLayoutVars>
          <dgm:chMax val="0"/>
          <dgm:chPref val="0"/>
        </dgm:presLayoutVars>
      </dgm:prSet>
      <dgm:spPr/>
    </dgm:pt>
    <dgm:pt modelId="{14199003-B0FA-4045-B71F-481F3B5D00DE}" type="pres">
      <dgm:prSet presAssocID="{23E18CF5-1910-4E25-B47F-8696DB30B033}" presName="txSpace" presStyleCnt="0"/>
      <dgm:spPr/>
    </dgm:pt>
    <dgm:pt modelId="{0123D9F0-D4F4-4D3E-A242-1728AA76E753}" type="pres">
      <dgm:prSet presAssocID="{23E18CF5-1910-4E25-B47F-8696DB30B033}" presName="desTx" presStyleLbl="revTx" presStyleIdx="5" presStyleCnt="8">
        <dgm:presLayoutVars/>
      </dgm:prSet>
      <dgm:spPr/>
    </dgm:pt>
    <dgm:pt modelId="{C75886F4-8DDB-4253-9115-A4180BDD2081}" type="pres">
      <dgm:prSet presAssocID="{95A6679D-BAFF-4F0E-84DB-F62CE184C1CB}" presName="sibTrans" presStyleCnt="0"/>
      <dgm:spPr/>
    </dgm:pt>
    <dgm:pt modelId="{83CD380D-037F-441B-956A-877A6BFD37C3}" type="pres">
      <dgm:prSet presAssocID="{E3A2857D-FC4B-4695-BD91-216C45F7E25A}" presName="compNode" presStyleCnt="0"/>
      <dgm:spPr/>
    </dgm:pt>
    <dgm:pt modelId="{A7E77AE1-F76B-4B5B-B3A7-2E7091EA7330}" type="pres">
      <dgm:prSet presAssocID="{E3A2857D-FC4B-4695-BD91-216C45F7E25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ibbon"/>
        </a:ext>
      </dgm:extLst>
    </dgm:pt>
    <dgm:pt modelId="{B1724823-01E9-4CD7-B09E-393AC0B75323}" type="pres">
      <dgm:prSet presAssocID="{E3A2857D-FC4B-4695-BD91-216C45F7E25A}" presName="iconSpace" presStyleCnt="0"/>
      <dgm:spPr/>
    </dgm:pt>
    <dgm:pt modelId="{F8ABFCD1-BCFB-46E6-911E-378BA8B2DB82}" type="pres">
      <dgm:prSet presAssocID="{E3A2857D-FC4B-4695-BD91-216C45F7E25A}" presName="parTx" presStyleLbl="revTx" presStyleIdx="6" presStyleCnt="8">
        <dgm:presLayoutVars>
          <dgm:chMax val="0"/>
          <dgm:chPref val="0"/>
        </dgm:presLayoutVars>
      </dgm:prSet>
      <dgm:spPr/>
    </dgm:pt>
    <dgm:pt modelId="{6169266D-A366-41F3-B3EE-726D6096FC28}" type="pres">
      <dgm:prSet presAssocID="{E3A2857D-FC4B-4695-BD91-216C45F7E25A}" presName="txSpace" presStyleCnt="0"/>
      <dgm:spPr/>
    </dgm:pt>
    <dgm:pt modelId="{40149E8C-2355-49DF-A598-2093EAE90DEC}" type="pres">
      <dgm:prSet presAssocID="{E3A2857D-FC4B-4695-BD91-216C45F7E25A}" presName="desTx" presStyleLbl="revTx" presStyleIdx="7" presStyleCnt="8">
        <dgm:presLayoutVars/>
      </dgm:prSet>
      <dgm:spPr/>
    </dgm:pt>
  </dgm:ptLst>
  <dgm:cxnLst>
    <dgm:cxn modelId="{98C2A31B-8C83-490F-9BB6-2169C16E50DB}" type="presOf" srcId="{39447F61-9214-4D07-A639-7D3E29FEE781}" destId="{D2F2092D-4DF4-47F1-B0CD-E4BF135B54DF}" srcOrd="0" destOrd="0" presId="urn:microsoft.com/office/officeart/2018/2/layout/IconLabelDescriptionList"/>
    <dgm:cxn modelId="{E76C902F-2055-4B98-86C9-1CED668C0EF1}" srcId="{B3510EC0-A363-4528-A822-95FCF3FB67AB}" destId="{612EEF9D-8BE5-47A4-8DC3-7A99EDD432C0}" srcOrd="1" destOrd="0" parTransId="{824CB247-0448-4CB8-AD97-0EAA889A0BED}" sibTransId="{70DAE7D0-F668-40E4-A347-89E9E77FD232}"/>
    <dgm:cxn modelId="{25C70F48-FAEE-4E43-B937-E476C6EBD28A}" srcId="{02C51651-673A-41C9-BCB4-FB164894128C}" destId="{E3A2857D-FC4B-4695-BD91-216C45F7E25A}" srcOrd="3" destOrd="0" parTransId="{6A0094D5-AFD3-460F-AB1A-62E5B8F215A0}" sibTransId="{2854D22A-0C25-4428-B4E6-4457E031F43B}"/>
    <dgm:cxn modelId="{0F98586F-483B-43C7-BB0E-EE44C1580100}" type="presOf" srcId="{02C51651-673A-41C9-BCB4-FB164894128C}" destId="{C88CFBF5-C438-4CD3-8EB4-39E7120A4C32}" srcOrd="0" destOrd="0" presId="urn:microsoft.com/office/officeart/2018/2/layout/IconLabelDescriptionList"/>
    <dgm:cxn modelId="{4F837454-7317-4F86-B7F6-61EDA29DF181}" type="presOf" srcId="{E3A2857D-FC4B-4695-BD91-216C45F7E25A}" destId="{F8ABFCD1-BCFB-46E6-911E-378BA8B2DB82}" srcOrd="0" destOrd="0" presId="urn:microsoft.com/office/officeart/2018/2/layout/IconLabelDescriptionList"/>
    <dgm:cxn modelId="{4DE09774-B8AA-4D98-B96E-926C722EAD3C}" srcId="{02C51651-673A-41C9-BCB4-FB164894128C}" destId="{23E18CF5-1910-4E25-B47F-8696DB30B033}" srcOrd="2" destOrd="0" parTransId="{6628EAC6-4A7B-4F97-824A-A2FB18A0CD30}" sibTransId="{95A6679D-BAFF-4F0E-84DB-F62CE184C1CB}"/>
    <dgm:cxn modelId="{80EF2D7E-69BA-41E3-8E23-4238B02583C8}" srcId="{02C51651-673A-41C9-BCB4-FB164894128C}" destId="{39447F61-9214-4D07-A639-7D3E29FEE781}" srcOrd="0" destOrd="0" parTransId="{89CD2BA6-FBE1-4204-849E-62F36523DC40}" sibTransId="{C62C17D0-3D6C-4F56-9360-B8464C04C3C9}"/>
    <dgm:cxn modelId="{64E1ED8F-5BC8-4571-963D-4CD2D3F0D2DA}" type="presOf" srcId="{23E18CF5-1910-4E25-B47F-8696DB30B033}" destId="{7FF8437C-2E74-4BF8-8DBC-2AEB6C866464}" srcOrd="0" destOrd="0" presId="urn:microsoft.com/office/officeart/2018/2/layout/IconLabelDescriptionList"/>
    <dgm:cxn modelId="{21271B9F-1D9D-49D8-A269-3E1FB3F949B5}" srcId="{B3510EC0-A363-4528-A822-95FCF3FB67AB}" destId="{980F258F-C352-4465-9049-427F5056A8D4}" srcOrd="2" destOrd="0" parTransId="{C757EE24-6623-4290-924B-FB1ED3B4B148}" sibTransId="{5A469692-FD62-4FDA-9E2A-98E82D62AD1A}"/>
    <dgm:cxn modelId="{146E90B7-A707-4F9A-AA1F-5C5B6640BB52}" type="presOf" srcId="{612EEF9D-8BE5-47A4-8DC3-7A99EDD432C0}" destId="{27CC7423-AB69-4F5B-82E3-4528D8037F9B}" srcOrd="0" destOrd="1" presId="urn:microsoft.com/office/officeart/2018/2/layout/IconLabelDescriptionList"/>
    <dgm:cxn modelId="{958AE8C1-3E40-4E34-8114-12BA3044206D}" type="presOf" srcId="{B3510EC0-A363-4528-A822-95FCF3FB67AB}" destId="{275B3384-07B2-4F19-96D7-8F48784CFC62}" srcOrd="0" destOrd="0" presId="urn:microsoft.com/office/officeart/2018/2/layout/IconLabelDescriptionList"/>
    <dgm:cxn modelId="{7A25CCC4-E1B3-4FC0-B375-F3145B2E4DD5}" type="presOf" srcId="{980F258F-C352-4465-9049-427F5056A8D4}" destId="{27CC7423-AB69-4F5B-82E3-4528D8037F9B}" srcOrd="0" destOrd="2" presId="urn:microsoft.com/office/officeart/2018/2/layout/IconLabelDescriptionList"/>
    <dgm:cxn modelId="{038517C9-8905-417A-B184-7C53B02B392C}" type="presOf" srcId="{C2084F52-1CA9-43EE-9B1E-40BC39EE7F4C}" destId="{27CC7423-AB69-4F5B-82E3-4528D8037F9B}" srcOrd="0" destOrd="0" presId="urn:microsoft.com/office/officeart/2018/2/layout/IconLabelDescriptionList"/>
    <dgm:cxn modelId="{9C630AF1-26DC-46F7-8B13-3926EB4825BE}" srcId="{02C51651-673A-41C9-BCB4-FB164894128C}" destId="{B3510EC0-A363-4528-A822-95FCF3FB67AB}" srcOrd="1" destOrd="0" parTransId="{A8EE77AA-5CE5-4DCE-AA1C-763C472AACC4}" sibTransId="{269FAD38-E94E-405E-AAFE-0545F3DF30EB}"/>
    <dgm:cxn modelId="{5AB2FAFA-A271-41A8-ADAF-A6BEBB8F568E}" srcId="{B3510EC0-A363-4528-A822-95FCF3FB67AB}" destId="{C2084F52-1CA9-43EE-9B1E-40BC39EE7F4C}" srcOrd="0" destOrd="0" parTransId="{D9E4FA58-52BB-4A03-A555-361AEDD03D37}" sibTransId="{30FE8009-B4AC-4C39-B232-A2F2B9233937}"/>
    <dgm:cxn modelId="{33109AFA-16E3-4712-A704-5DAF576CF59D}" type="presParOf" srcId="{C88CFBF5-C438-4CD3-8EB4-39E7120A4C32}" destId="{1EA2AD28-ACB3-4332-82FD-5A45494CB163}" srcOrd="0" destOrd="0" presId="urn:microsoft.com/office/officeart/2018/2/layout/IconLabelDescriptionList"/>
    <dgm:cxn modelId="{9E065137-A7E1-4A3A-B7B4-F23295AC5C21}" type="presParOf" srcId="{1EA2AD28-ACB3-4332-82FD-5A45494CB163}" destId="{66244EAD-87CA-40CE-BA1B-8E61E1C63C6A}" srcOrd="0" destOrd="0" presId="urn:microsoft.com/office/officeart/2018/2/layout/IconLabelDescriptionList"/>
    <dgm:cxn modelId="{1CF2636C-7F98-4906-8B2C-AA18C659C4B9}" type="presParOf" srcId="{1EA2AD28-ACB3-4332-82FD-5A45494CB163}" destId="{5F8D8D2D-C924-4F65-97E0-65144AA2AA46}" srcOrd="1" destOrd="0" presId="urn:microsoft.com/office/officeart/2018/2/layout/IconLabelDescriptionList"/>
    <dgm:cxn modelId="{07ADF8C9-86C3-4808-8F52-A906A012BC81}" type="presParOf" srcId="{1EA2AD28-ACB3-4332-82FD-5A45494CB163}" destId="{D2F2092D-4DF4-47F1-B0CD-E4BF135B54DF}" srcOrd="2" destOrd="0" presId="urn:microsoft.com/office/officeart/2018/2/layout/IconLabelDescriptionList"/>
    <dgm:cxn modelId="{58F8F8D3-7AB7-4E59-A256-9AA57D8D7C52}" type="presParOf" srcId="{1EA2AD28-ACB3-4332-82FD-5A45494CB163}" destId="{DDAAFF5B-4CAF-4FAF-B048-6E70D9A34467}" srcOrd="3" destOrd="0" presId="urn:microsoft.com/office/officeart/2018/2/layout/IconLabelDescriptionList"/>
    <dgm:cxn modelId="{DD0E9966-3047-4F78-987A-9BE699CFA878}" type="presParOf" srcId="{1EA2AD28-ACB3-4332-82FD-5A45494CB163}" destId="{7C96EC94-E115-496A-A5C5-35047B04F0C2}" srcOrd="4" destOrd="0" presId="urn:microsoft.com/office/officeart/2018/2/layout/IconLabelDescriptionList"/>
    <dgm:cxn modelId="{59576D06-352B-4B07-AAB8-CC2D00997FE0}" type="presParOf" srcId="{C88CFBF5-C438-4CD3-8EB4-39E7120A4C32}" destId="{FCCC7215-6A31-4002-9E91-509CFE43929E}" srcOrd="1" destOrd="0" presId="urn:microsoft.com/office/officeart/2018/2/layout/IconLabelDescriptionList"/>
    <dgm:cxn modelId="{09D552E1-9487-4C61-ACA7-CC13A3F9E5F7}" type="presParOf" srcId="{C88CFBF5-C438-4CD3-8EB4-39E7120A4C32}" destId="{8A721FA0-8787-4CDC-AC08-68BFC35719AF}" srcOrd="2" destOrd="0" presId="urn:microsoft.com/office/officeart/2018/2/layout/IconLabelDescriptionList"/>
    <dgm:cxn modelId="{08C344FF-84B0-4FE3-B0BA-5EB7A780C8E0}" type="presParOf" srcId="{8A721FA0-8787-4CDC-AC08-68BFC35719AF}" destId="{F8F12ADF-D65E-45E8-804E-A14EAFFC528D}" srcOrd="0" destOrd="0" presId="urn:microsoft.com/office/officeart/2018/2/layout/IconLabelDescriptionList"/>
    <dgm:cxn modelId="{82EA7DCE-394A-4870-9EE3-667A2979F05E}" type="presParOf" srcId="{8A721FA0-8787-4CDC-AC08-68BFC35719AF}" destId="{85BB05C1-566A-45B0-B43F-DC7610A90B9C}" srcOrd="1" destOrd="0" presId="urn:microsoft.com/office/officeart/2018/2/layout/IconLabelDescriptionList"/>
    <dgm:cxn modelId="{6AC30A42-2F10-4586-9BC4-4729B1C5F8EB}" type="presParOf" srcId="{8A721FA0-8787-4CDC-AC08-68BFC35719AF}" destId="{275B3384-07B2-4F19-96D7-8F48784CFC62}" srcOrd="2" destOrd="0" presId="urn:microsoft.com/office/officeart/2018/2/layout/IconLabelDescriptionList"/>
    <dgm:cxn modelId="{1B758638-7912-4DA5-B49E-098B38E90B34}" type="presParOf" srcId="{8A721FA0-8787-4CDC-AC08-68BFC35719AF}" destId="{FBD667BC-7258-47BD-8A76-BC1C0A016817}" srcOrd="3" destOrd="0" presId="urn:microsoft.com/office/officeart/2018/2/layout/IconLabelDescriptionList"/>
    <dgm:cxn modelId="{409BA695-6C8A-47EA-B121-2ACB5A215194}" type="presParOf" srcId="{8A721FA0-8787-4CDC-AC08-68BFC35719AF}" destId="{27CC7423-AB69-4F5B-82E3-4528D8037F9B}" srcOrd="4" destOrd="0" presId="urn:microsoft.com/office/officeart/2018/2/layout/IconLabelDescriptionList"/>
    <dgm:cxn modelId="{138893FA-9126-407A-9F4A-E0803DD09594}" type="presParOf" srcId="{C88CFBF5-C438-4CD3-8EB4-39E7120A4C32}" destId="{6278C0B1-FDB1-416A-9A08-FF8E3B3EA305}" srcOrd="3" destOrd="0" presId="urn:microsoft.com/office/officeart/2018/2/layout/IconLabelDescriptionList"/>
    <dgm:cxn modelId="{3F54BB86-97A1-4DC6-B243-EBFB1D156F73}" type="presParOf" srcId="{C88CFBF5-C438-4CD3-8EB4-39E7120A4C32}" destId="{0F35247C-3D33-457B-85B6-DA8F767516B0}" srcOrd="4" destOrd="0" presId="urn:microsoft.com/office/officeart/2018/2/layout/IconLabelDescriptionList"/>
    <dgm:cxn modelId="{57A1F0E9-0315-4499-AE92-E2107893C44D}" type="presParOf" srcId="{0F35247C-3D33-457B-85B6-DA8F767516B0}" destId="{15DE2F02-201A-48D5-8FE0-5BEFE8ABF44A}" srcOrd="0" destOrd="0" presId="urn:microsoft.com/office/officeart/2018/2/layout/IconLabelDescriptionList"/>
    <dgm:cxn modelId="{7972E7E3-7597-4C9B-A756-B3E63F2D015F}" type="presParOf" srcId="{0F35247C-3D33-457B-85B6-DA8F767516B0}" destId="{631EEE46-5049-4408-9F8E-531F65AB5A84}" srcOrd="1" destOrd="0" presId="urn:microsoft.com/office/officeart/2018/2/layout/IconLabelDescriptionList"/>
    <dgm:cxn modelId="{2BD70645-C5CA-4A2B-A890-1641D3A566D5}" type="presParOf" srcId="{0F35247C-3D33-457B-85B6-DA8F767516B0}" destId="{7FF8437C-2E74-4BF8-8DBC-2AEB6C866464}" srcOrd="2" destOrd="0" presId="urn:microsoft.com/office/officeart/2018/2/layout/IconLabelDescriptionList"/>
    <dgm:cxn modelId="{B6BC1D40-8B45-4F29-B0A0-F94E26E7D783}" type="presParOf" srcId="{0F35247C-3D33-457B-85B6-DA8F767516B0}" destId="{14199003-B0FA-4045-B71F-481F3B5D00DE}" srcOrd="3" destOrd="0" presId="urn:microsoft.com/office/officeart/2018/2/layout/IconLabelDescriptionList"/>
    <dgm:cxn modelId="{76F0B6FE-3044-460C-ADE7-16A9B219F97C}" type="presParOf" srcId="{0F35247C-3D33-457B-85B6-DA8F767516B0}" destId="{0123D9F0-D4F4-4D3E-A242-1728AA76E753}" srcOrd="4" destOrd="0" presId="urn:microsoft.com/office/officeart/2018/2/layout/IconLabelDescriptionList"/>
    <dgm:cxn modelId="{048FF889-C110-4A3B-AA83-CB2D782815F0}" type="presParOf" srcId="{C88CFBF5-C438-4CD3-8EB4-39E7120A4C32}" destId="{C75886F4-8DDB-4253-9115-A4180BDD2081}" srcOrd="5" destOrd="0" presId="urn:microsoft.com/office/officeart/2018/2/layout/IconLabelDescriptionList"/>
    <dgm:cxn modelId="{8E23FA4E-0E96-4C69-8D29-51147183AD5A}" type="presParOf" srcId="{C88CFBF5-C438-4CD3-8EB4-39E7120A4C32}" destId="{83CD380D-037F-441B-956A-877A6BFD37C3}" srcOrd="6" destOrd="0" presId="urn:microsoft.com/office/officeart/2018/2/layout/IconLabelDescriptionList"/>
    <dgm:cxn modelId="{964DB3CA-300C-4BDE-B4F1-40F20CAD28E8}" type="presParOf" srcId="{83CD380D-037F-441B-956A-877A6BFD37C3}" destId="{A7E77AE1-F76B-4B5B-B3A7-2E7091EA7330}" srcOrd="0" destOrd="0" presId="urn:microsoft.com/office/officeart/2018/2/layout/IconLabelDescriptionList"/>
    <dgm:cxn modelId="{76DB2DCD-C292-48BE-B9B4-16B8D1015F27}" type="presParOf" srcId="{83CD380D-037F-441B-956A-877A6BFD37C3}" destId="{B1724823-01E9-4CD7-B09E-393AC0B75323}" srcOrd="1" destOrd="0" presId="urn:microsoft.com/office/officeart/2018/2/layout/IconLabelDescriptionList"/>
    <dgm:cxn modelId="{F17CB4D0-8F7C-4EB6-9EB7-616E91315235}" type="presParOf" srcId="{83CD380D-037F-441B-956A-877A6BFD37C3}" destId="{F8ABFCD1-BCFB-46E6-911E-378BA8B2DB82}" srcOrd="2" destOrd="0" presId="urn:microsoft.com/office/officeart/2018/2/layout/IconLabelDescriptionList"/>
    <dgm:cxn modelId="{418B34C8-76C4-4BF0-82F5-BC36296176D8}" type="presParOf" srcId="{83CD380D-037F-441B-956A-877A6BFD37C3}" destId="{6169266D-A366-41F3-B3EE-726D6096FC28}" srcOrd="3" destOrd="0" presId="urn:microsoft.com/office/officeart/2018/2/layout/IconLabelDescriptionList"/>
    <dgm:cxn modelId="{0B9BA84C-54F1-4CA6-8030-D75B22426FF0}" type="presParOf" srcId="{83CD380D-037F-441B-956A-877A6BFD37C3}" destId="{40149E8C-2355-49DF-A598-2093EAE90DEC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0F4835D-EC62-4847-9480-6B962F42752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coloredtext_colorful1" csCatId="accent1" phldr="1"/>
      <dgm:spPr/>
      <dgm:t>
        <a:bodyPr/>
        <a:lstStyle/>
        <a:p>
          <a:endParaRPr lang="en-US"/>
        </a:p>
      </dgm:t>
    </dgm:pt>
    <dgm:pt modelId="{D05F83A0-3163-45A4-8AEF-808F6EF0172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Design &amp; Evaluate an IDR + dashboard suite</a:t>
          </a:r>
          <a:endParaRPr lang="en-US"/>
        </a:p>
      </dgm:t>
    </dgm:pt>
    <dgm:pt modelId="{6CA6C918-8212-4DEB-BB02-AA25F728729F}" type="parTrans" cxnId="{94633E62-52FF-4862-939A-E05C099F5C9C}">
      <dgm:prSet/>
      <dgm:spPr/>
      <dgm:t>
        <a:bodyPr/>
        <a:lstStyle/>
        <a:p>
          <a:endParaRPr lang="en-US"/>
        </a:p>
      </dgm:t>
    </dgm:pt>
    <dgm:pt modelId="{3F5E40A2-9C7B-4F9B-A076-84C47BE59997}" type="sibTrans" cxnId="{94633E62-52FF-4862-939A-E05C099F5C9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BE98986-F910-4AF8-973A-E1E13223488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Improve operational visibility</a:t>
          </a:r>
          <a:endParaRPr lang="en-US"/>
        </a:p>
      </dgm:t>
    </dgm:pt>
    <dgm:pt modelId="{E91CE37F-8AB5-4A33-9ACD-C5DA1DBF9E51}" type="parTrans" cxnId="{89A194E7-6581-4206-B73F-FC80EB05430D}">
      <dgm:prSet/>
      <dgm:spPr/>
      <dgm:t>
        <a:bodyPr/>
        <a:lstStyle/>
        <a:p>
          <a:endParaRPr lang="en-US"/>
        </a:p>
      </dgm:t>
    </dgm:pt>
    <dgm:pt modelId="{B96EDF05-E081-47A1-B8FA-14684F8E0B1C}" type="sibTrans" cxnId="{89A194E7-6581-4206-B73F-FC80EB05430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2A9BEBD-191A-4358-9AE7-6AAB04BF2F5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Support proactive pathway management</a:t>
          </a:r>
          <a:endParaRPr lang="en-US" dirty="0"/>
        </a:p>
      </dgm:t>
    </dgm:pt>
    <dgm:pt modelId="{574B9901-E612-43BF-AC64-E76CEE74C6D7}" type="parTrans" cxnId="{167CC23A-6ACF-445F-9071-9EA646F5FE7B}">
      <dgm:prSet/>
      <dgm:spPr/>
      <dgm:t>
        <a:bodyPr/>
        <a:lstStyle/>
        <a:p>
          <a:endParaRPr lang="en-US"/>
        </a:p>
      </dgm:t>
    </dgm:pt>
    <dgm:pt modelId="{4424FF8B-ACC0-483E-BA44-AC1EEA0C741F}" type="sibTrans" cxnId="{167CC23A-6ACF-445F-9071-9EA646F5FE7B}">
      <dgm:prSet/>
      <dgm:spPr/>
      <dgm:t>
        <a:bodyPr/>
        <a:lstStyle/>
        <a:p>
          <a:endParaRPr lang="en-US"/>
        </a:p>
      </dgm:t>
    </dgm:pt>
    <dgm:pt modelId="{90B8E361-8D37-4F83-AD87-6F27A209E011}" type="pres">
      <dgm:prSet presAssocID="{20F4835D-EC62-4847-9480-6B962F42752B}" presName="root" presStyleCnt="0">
        <dgm:presLayoutVars>
          <dgm:dir/>
          <dgm:resizeHandles val="exact"/>
        </dgm:presLayoutVars>
      </dgm:prSet>
      <dgm:spPr/>
    </dgm:pt>
    <dgm:pt modelId="{E32BD215-8CA5-4D22-8D3D-C0540DF24C3C}" type="pres">
      <dgm:prSet presAssocID="{D05F83A0-3163-45A4-8AEF-808F6EF01727}" presName="compNode" presStyleCnt="0"/>
      <dgm:spPr/>
    </dgm:pt>
    <dgm:pt modelId="{AA558D53-A486-4F31-AC16-8E00B936B0C0}" type="pres">
      <dgm:prSet presAssocID="{D05F83A0-3163-45A4-8AEF-808F6EF01727}" presName="iconRect" presStyleLbl="node1" presStyleIdx="0" presStyleCnt="3"/>
      <dgm:spPr>
        <a:blipFill>
          <a:blip xmlns:r="http://schemas.openxmlformats.org/officeDocument/2006/relationships">
            <a:duotone>
              <a:schemeClr val="accent2"/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5C344A97-D1C4-47C0-8EB1-6CD7CCD7DCF5}" type="pres">
      <dgm:prSet presAssocID="{D05F83A0-3163-45A4-8AEF-808F6EF01727}" presName="spaceRect" presStyleCnt="0"/>
      <dgm:spPr/>
    </dgm:pt>
    <dgm:pt modelId="{42AE5C68-DDD8-46BF-BBBF-B037CEA78D72}" type="pres">
      <dgm:prSet presAssocID="{D05F83A0-3163-45A4-8AEF-808F6EF01727}" presName="textRect" presStyleLbl="revTx" presStyleIdx="0" presStyleCnt="3">
        <dgm:presLayoutVars>
          <dgm:chMax val="1"/>
          <dgm:chPref val="1"/>
        </dgm:presLayoutVars>
      </dgm:prSet>
      <dgm:spPr/>
    </dgm:pt>
    <dgm:pt modelId="{BD42B54C-5B48-42CB-8C40-1E7F4A9D2B98}" type="pres">
      <dgm:prSet presAssocID="{3F5E40A2-9C7B-4F9B-A076-84C47BE59997}" presName="sibTrans" presStyleCnt="0"/>
      <dgm:spPr/>
    </dgm:pt>
    <dgm:pt modelId="{9334EAD8-FB2A-4949-95EC-549B9E3A085C}" type="pres">
      <dgm:prSet presAssocID="{BBE98986-F910-4AF8-973A-E1E132234881}" presName="compNode" presStyleCnt="0"/>
      <dgm:spPr/>
    </dgm:pt>
    <dgm:pt modelId="{F7F57E56-90A7-4B14-8185-F0B7668D4C96}" type="pres">
      <dgm:prSet presAssocID="{BBE98986-F910-4AF8-973A-E1E132234881}" presName="iconRect" presStyleLbl="node1" presStyleIdx="1" presStyleCnt="3"/>
      <dgm:spPr>
        <a:blipFill>
          <a:blip xmlns:r="http://schemas.openxmlformats.org/officeDocument/2006/relationships">
            <a:duotone>
              <a:schemeClr val="accent3"/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BD1AC21F-66F9-4BE8-8821-C7161945F7E8}" type="pres">
      <dgm:prSet presAssocID="{BBE98986-F910-4AF8-973A-E1E132234881}" presName="spaceRect" presStyleCnt="0"/>
      <dgm:spPr/>
    </dgm:pt>
    <dgm:pt modelId="{5C6D0F84-AA88-4840-A149-15CF518073CC}" type="pres">
      <dgm:prSet presAssocID="{BBE98986-F910-4AF8-973A-E1E132234881}" presName="textRect" presStyleLbl="revTx" presStyleIdx="1" presStyleCnt="3">
        <dgm:presLayoutVars>
          <dgm:chMax val="1"/>
          <dgm:chPref val="1"/>
        </dgm:presLayoutVars>
      </dgm:prSet>
      <dgm:spPr/>
    </dgm:pt>
    <dgm:pt modelId="{6472CC86-E919-4295-B3E4-ED56CED21342}" type="pres">
      <dgm:prSet presAssocID="{B96EDF05-E081-47A1-B8FA-14684F8E0B1C}" presName="sibTrans" presStyleCnt="0"/>
      <dgm:spPr/>
    </dgm:pt>
    <dgm:pt modelId="{9C2B29DC-0731-40A3-AE6B-C6EBA498B0B5}" type="pres">
      <dgm:prSet presAssocID="{92A9BEBD-191A-4358-9AE7-6AAB04BF2F5B}" presName="compNode" presStyleCnt="0"/>
      <dgm:spPr/>
    </dgm:pt>
    <dgm:pt modelId="{FA807BD9-FCBC-4AD4-B39C-A4B1142A2181}" type="pres">
      <dgm:prSet presAssocID="{92A9BEBD-191A-4358-9AE7-6AAB04BF2F5B}" presName="iconRect" presStyleLbl="node1" presStyleIdx="2" presStyleCnt="3"/>
      <dgm:spPr>
        <a:blipFill>
          <a:blip xmlns:r="http://schemas.openxmlformats.org/officeDocument/2006/relationships">
            <a:duotone>
              <a:schemeClr val="accent4"/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94E4778E-495B-47FA-878F-092D79D047B9}" type="pres">
      <dgm:prSet presAssocID="{92A9BEBD-191A-4358-9AE7-6AAB04BF2F5B}" presName="spaceRect" presStyleCnt="0"/>
      <dgm:spPr/>
    </dgm:pt>
    <dgm:pt modelId="{83FD8689-BF92-4BF8-BD0F-10B705DA3430}" type="pres">
      <dgm:prSet presAssocID="{92A9BEBD-191A-4358-9AE7-6AAB04BF2F5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CA0EC22-878D-496A-A8EE-A911C77A5895}" type="presOf" srcId="{D05F83A0-3163-45A4-8AEF-808F6EF01727}" destId="{42AE5C68-DDD8-46BF-BBBF-B037CEA78D72}" srcOrd="0" destOrd="0" presId="urn:microsoft.com/office/officeart/2018/2/layout/IconLabelList"/>
    <dgm:cxn modelId="{167CC23A-6ACF-445F-9071-9EA646F5FE7B}" srcId="{20F4835D-EC62-4847-9480-6B962F42752B}" destId="{92A9BEBD-191A-4358-9AE7-6AAB04BF2F5B}" srcOrd="2" destOrd="0" parTransId="{574B9901-E612-43BF-AC64-E76CEE74C6D7}" sibTransId="{4424FF8B-ACC0-483E-BA44-AC1EEA0C741F}"/>
    <dgm:cxn modelId="{94633E62-52FF-4862-939A-E05C099F5C9C}" srcId="{20F4835D-EC62-4847-9480-6B962F42752B}" destId="{D05F83A0-3163-45A4-8AEF-808F6EF01727}" srcOrd="0" destOrd="0" parTransId="{6CA6C918-8212-4DEB-BB02-AA25F728729F}" sibTransId="{3F5E40A2-9C7B-4F9B-A076-84C47BE59997}"/>
    <dgm:cxn modelId="{E4BE434E-C507-4C88-ADEB-02DF697AF20B}" type="presOf" srcId="{20F4835D-EC62-4847-9480-6B962F42752B}" destId="{90B8E361-8D37-4F83-AD87-6F27A209E011}" srcOrd="0" destOrd="0" presId="urn:microsoft.com/office/officeart/2018/2/layout/IconLabelList"/>
    <dgm:cxn modelId="{5F1ACB9A-744E-4274-941D-9E5AD95009A4}" type="presOf" srcId="{92A9BEBD-191A-4358-9AE7-6AAB04BF2F5B}" destId="{83FD8689-BF92-4BF8-BD0F-10B705DA3430}" srcOrd="0" destOrd="0" presId="urn:microsoft.com/office/officeart/2018/2/layout/IconLabelList"/>
    <dgm:cxn modelId="{89A194E7-6581-4206-B73F-FC80EB05430D}" srcId="{20F4835D-EC62-4847-9480-6B962F42752B}" destId="{BBE98986-F910-4AF8-973A-E1E132234881}" srcOrd="1" destOrd="0" parTransId="{E91CE37F-8AB5-4A33-9ACD-C5DA1DBF9E51}" sibTransId="{B96EDF05-E081-47A1-B8FA-14684F8E0B1C}"/>
    <dgm:cxn modelId="{2B645BE9-1B2D-4BC4-9B40-038AE2A8D6CA}" type="presOf" srcId="{BBE98986-F910-4AF8-973A-E1E132234881}" destId="{5C6D0F84-AA88-4840-A149-15CF518073CC}" srcOrd="0" destOrd="0" presId="urn:microsoft.com/office/officeart/2018/2/layout/IconLabelList"/>
    <dgm:cxn modelId="{00F43578-7866-4AE7-B2A8-9F7352CFF3A0}" type="presParOf" srcId="{90B8E361-8D37-4F83-AD87-6F27A209E011}" destId="{E32BD215-8CA5-4D22-8D3D-C0540DF24C3C}" srcOrd="0" destOrd="0" presId="urn:microsoft.com/office/officeart/2018/2/layout/IconLabelList"/>
    <dgm:cxn modelId="{EE9B43F5-5642-4718-AD90-D6F5EA89D483}" type="presParOf" srcId="{E32BD215-8CA5-4D22-8D3D-C0540DF24C3C}" destId="{AA558D53-A486-4F31-AC16-8E00B936B0C0}" srcOrd="0" destOrd="0" presId="urn:microsoft.com/office/officeart/2018/2/layout/IconLabelList"/>
    <dgm:cxn modelId="{1169C391-C823-4E0F-9BA8-D73B444593A5}" type="presParOf" srcId="{E32BD215-8CA5-4D22-8D3D-C0540DF24C3C}" destId="{5C344A97-D1C4-47C0-8EB1-6CD7CCD7DCF5}" srcOrd="1" destOrd="0" presId="urn:microsoft.com/office/officeart/2018/2/layout/IconLabelList"/>
    <dgm:cxn modelId="{98768C39-9A53-43C9-9472-A0172D42B83C}" type="presParOf" srcId="{E32BD215-8CA5-4D22-8D3D-C0540DF24C3C}" destId="{42AE5C68-DDD8-46BF-BBBF-B037CEA78D72}" srcOrd="2" destOrd="0" presId="urn:microsoft.com/office/officeart/2018/2/layout/IconLabelList"/>
    <dgm:cxn modelId="{49F62E95-B6A6-46AB-81BD-26E59BE7FE09}" type="presParOf" srcId="{90B8E361-8D37-4F83-AD87-6F27A209E011}" destId="{BD42B54C-5B48-42CB-8C40-1E7F4A9D2B98}" srcOrd="1" destOrd="0" presId="urn:microsoft.com/office/officeart/2018/2/layout/IconLabelList"/>
    <dgm:cxn modelId="{882843EF-73D2-4DA7-A549-920212EC01FF}" type="presParOf" srcId="{90B8E361-8D37-4F83-AD87-6F27A209E011}" destId="{9334EAD8-FB2A-4949-95EC-549B9E3A085C}" srcOrd="2" destOrd="0" presId="urn:microsoft.com/office/officeart/2018/2/layout/IconLabelList"/>
    <dgm:cxn modelId="{D076D52A-7D06-4620-B39B-B2426E4E98C4}" type="presParOf" srcId="{9334EAD8-FB2A-4949-95EC-549B9E3A085C}" destId="{F7F57E56-90A7-4B14-8185-F0B7668D4C96}" srcOrd="0" destOrd="0" presId="urn:microsoft.com/office/officeart/2018/2/layout/IconLabelList"/>
    <dgm:cxn modelId="{8C5BADAB-6276-4429-A9D8-ED2ADDC8E835}" type="presParOf" srcId="{9334EAD8-FB2A-4949-95EC-549B9E3A085C}" destId="{BD1AC21F-66F9-4BE8-8821-C7161945F7E8}" srcOrd="1" destOrd="0" presId="urn:microsoft.com/office/officeart/2018/2/layout/IconLabelList"/>
    <dgm:cxn modelId="{ED390DED-5E05-433B-BE5D-E9B9006CAD3A}" type="presParOf" srcId="{9334EAD8-FB2A-4949-95EC-549B9E3A085C}" destId="{5C6D0F84-AA88-4840-A149-15CF518073CC}" srcOrd="2" destOrd="0" presId="urn:microsoft.com/office/officeart/2018/2/layout/IconLabelList"/>
    <dgm:cxn modelId="{B65BB6EA-9134-4AEE-8664-C2D747ACEA86}" type="presParOf" srcId="{90B8E361-8D37-4F83-AD87-6F27A209E011}" destId="{6472CC86-E919-4295-B3E4-ED56CED21342}" srcOrd="3" destOrd="0" presId="urn:microsoft.com/office/officeart/2018/2/layout/IconLabelList"/>
    <dgm:cxn modelId="{CB45C67C-391E-4D43-A664-6D2CE61850ED}" type="presParOf" srcId="{90B8E361-8D37-4F83-AD87-6F27A209E011}" destId="{9C2B29DC-0731-40A3-AE6B-C6EBA498B0B5}" srcOrd="4" destOrd="0" presId="urn:microsoft.com/office/officeart/2018/2/layout/IconLabelList"/>
    <dgm:cxn modelId="{951274A9-9D65-4311-A4C7-9608743AF418}" type="presParOf" srcId="{9C2B29DC-0731-40A3-AE6B-C6EBA498B0B5}" destId="{FA807BD9-FCBC-4AD4-B39C-A4B1142A2181}" srcOrd="0" destOrd="0" presId="urn:microsoft.com/office/officeart/2018/2/layout/IconLabelList"/>
    <dgm:cxn modelId="{CA0C6E0F-7D0C-442B-A0E5-B95CC767D3EF}" type="presParOf" srcId="{9C2B29DC-0731-40A3-AE6B-C6EBA498B0B5}" destId="{94E4778E-495B-47FA-878F-092D79D047B9}" srcOrd="1" destOrd="0" presId="urn:microsoft.com/office/officeart/2018/2/layout/IconLabelList"/>
    <dgm:cxn modelId="{2EFB7C14-7ABF-4EF7-83BB-BD627A8A75B4}" type="presParOf" srcId="{9C2B29DC-0731-40A3-AE6B-C6EBA498B0B5}" destId="{83FD8689-BF92-4BF8-BD0F-10B705DA343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1D2F406-C573-4C3D-999D-7FD2EC539740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7771A67-F717-433B-83BD-9CF140C3F6AE}">
      <dgm:prSet/>
      <dgm:spPr/>
      <dgm:t>
        <a:bodyPr/>
        <a:lstStyle/>
        <a:p>
          <a:r>
            <a:rPr lang="en-US"/>
            <a:t>Identify</a:t>
          </a:r>
        </a:p>
      </dgm:t>
    </dgm:pt>
    <dgm:pt modelId="{386C13EE-9C29-4C04-8BA4-CAB03D898CDF}" type="parTrans" cxnId="{A1BBE204-ACCC-483C-A4EE-336BFC5EDCC2}">
      <dgm:prSet/>
      <dgm:spPr/>
      <dgm:t>
        <a:bodyPr/>
        <a:lstStyle/>
        <a:p>
          <a:endParaRPr lang="en-US"/>
        </a:p>
      </dgm:t>
    </dgm:pt>
    <dgm:pt modelId="{DCB78F1D-DDA9-4D32-B3BE-145B173A6E54}" type="sibTrans" cxnId="{A1BBE204-ACCC-483C-A4EE-336BFC5EDCC2}">
      <dgm:prSet/>
      <dgm:spPr/>
      <dgm:t>
        <a:bodyPr/>
        <a:lstStyle/>
        <a:p>
          <a:endParaRPr lang="en-US"/>
        </a:p>
      </dgm:t>
    </dgm:pt>
    <dgm:pt modelId="{A5F4075F-9A7A-410A-ABEE-466C9CB5D245}">
      <dgm:prSet/>
      <dgm:spPr/>
      <dgm:t>
        <a:bodyPr/>
        <a:lstStyle/>
        <a:p>
          <a:r>
            <a:rPr lang="en-US"/>
            <a:t>Identify post-MDT delays</a:t>
          </a:r>
        </a:p>
      </dgm:t>
    </dgm:pt>
    <dgm:pt modelId="{6DEC5189-AEC8-400F-9452-15B39EFFA08D}" type="parTrans" cxnId="{1606A707-6D90-4F55-89D0-2BF87EA8A6E2}">
      <dgm:prSet/>
      <dgm:spPr/>
      <dgm:t>
        <a:bodyPr/>
        <a:lstStyle/>
        <a:p>
          <a:endParaRPr lang="en-US"/>
        </a:p>
      </dgm:t>
    </dgm:pt>
    <dgm:pt modelId="{D126A29C-010F-4328-96A1-410211B015B6}" type="sibTrans" cxnId="{1606A707-6D90-4F55-89D0-2BF87EA8A6E2}">
      <dgm:prSet/>
      <dgm:spPr/>
      <dgm:t>
        <a:bodyPr/>
        <a:lstStyle/>
        <a:p>
          <a:endParaRPr lang="en-US"/>
        </a:p>
      </dgm:t>
    </dgm:pt>
    <dgm:pt modelId="{0A353887-AA1A-4519-8FB4-236893A1A550}">
      <dgm:prSet/>
      <dgm:spPr/>
      <dgm:t>
        <a:bodyPr/>
        <a:lstStyle/>
        <a:p>
          <a:r>
            <a:rPr lang="en-US"/>
            <a:t>Analyse</a:t>
          </a:r>
        </a:p>
      </dgm:t>
    </dgm:pt>
    <dgm:pt modelId="{9D0E6531-B76A-4D2B-8088-1A04889C17B6}" type="parTrans" cxnId="{1C47D34F-A60C-4CC4-8D3A-DBBC4496491F}">
      <dgm:prSet/>
      <dgm:spPr/>
      <dgm:t>
        <a:bodyPr/>
        <a:lstStyle/>
        <a:p>
          <a:endParaRPr lang="en-US"/>
        </a:p>
      </dgm:t>
    </dgm:pt>
    <dgm:pt modelId="{B46A801C-F7DE-4149-9EB5-5C6C96064F51}" type="sibTrans" cxnId="{1C47D34F-A60C-4CC4-8D3A-DBBC4496491F}">
      <dgm:prSet/>
      <dgm:spPr/>
      <dgm:t>
        <a:bodyPr/>
        <a:lstStyle/>
        <a:p>
          <a:endParaRPr lang="en-US"/>
        </a:p>
      </dgm:t>
    </dgm:pt>
    <dgm:pt modelId="{541E0DD2-C62F-4F6B-8172-C9BF9922B88E}">
      <dgm:prSet/>
      <dgm:spPr/>
      <dgm:t>
        <a:bodyPr/>
        <a:lstStyle/>
        <a:p>
          <a:r>
            <a:rPr lang="en-US"/>
            <a:t>Analyse operational factors</a:t>
          </a:r>
        </a:p>
      </dgm:t>
    </dgm:pt>
    <dgm:pt modelId="{B4563643-B909-441A-994A-9177344636C6}" type="parTrans" cxnId="{D1AD5059-4C04-4992-9A06-12B2D358ED82}">
      <dgm:prSet/>
      <dgm:spPr/>
      <dgm:t>
        <a:bodyPr/>
        <a:lstStyle/>
        <a:p>
          <a:endParaRPr lang="en-US"/>
        </a:p>
      </dgm:t>
    </dgm:pt>
    <dgm:pt modelId="{98CA75A1-3C79-45BD-911C-6F55D9D6E3F7}" type="sibTrans" cxnId="{D1AD5059-4C04-4992-9A06-12B2D358ED82}">
      <dgm:prSet/>
      <dgm:spPr/>
      <dgm:t>
        <a:bodyPr/>
        <a:lstStyle/>
        <a:p>
          <a:endParaRPr lang="en-US"/>
        </a:p>
      </dgm:t>
    </dgm:pt>
    <dgm:pt modelId="{65331479-412F-43FB-8AF3-3BB7082D825C}">
      <dgm:prSet/>
      <dgm:spPr/>
      <dgm:t>
        <a:bodyPr/>
        <a:lstStyle/>
        <a:p>
          <a:r>
            <a:rPr lang="en-US"/>
            <a:t>Design</a:t>
          </a:r>
        </a:p>
      </dgm:t>
    </dgm:pt>
    <dgm:pt modelId="{FE7DBEA1-8448-4DCC-ACFF-6DA0868E6B71}" type="parTrans" cxnId="{288ABB9A-4035-4DA4-88EF-7BE97B9D6149}">
      <dgm:prSet/>
      <dgm:spPr/>
      <dgm:t>
        <a:bodyPr/>
        <a:lstStyle/>
        <a:p>
          <a:endParaRPr lang="en-US"/>
        </a:p>
      </dgm:t>
    </dgm:pt>
    <dgm:pt modelId="{3EE73C12-B6CF-4B3E-AC04-4A7966010EDE}" type="sibTrans" cxnId="{288ABB9A-4035-4DA4-88EF-7BE97B9D6149}">
      <dgm:prSet/>
      <dgm:spPr/>
      <dgm:t>
        <a:bodyPr/>
        <a:lstStyle/>
        <a:p>
          <a:endParaRPr lang="en-US"/>
        </a:p>
      </dgm:t>
    </dgm:pt>
    <dgm:pt modelId="{183F7EF7-91D2-4CDA-B70D-3B0F36F484D2}">
      <dgm:prSet/>
      <dgm:spPr/>
      <dgm:t>
        <a:bodyPr/>
        <a:lstStyle/>
        <a:p>
          <a:r>
            <a:rPr lang="en-US"/>
            <a:t>Design integrated data architecture</a:t>
          </a:r>
        </a:p>
      </dgm:t>
    </dgm:pt>
    <dgm:pt modelId="{B55A3CE2-39A8-4F7B-B470-A4257C330ABC}" type="parTrans" cxnId="{77FB2968-FDED-42A8-902C-F339B8E597FA}">
      <dgm:prSet/>
      <dgm:spPr/>
      <dgm:t>
        <a:bodyPr/>
        <a:lstStyle/>
        <a:p>
          <a:endParaRPr lang="en-US"/>
        </a:p>
      </dgm:t>
    </dgm:pt>
    <dgm:pt modelId="{83290AFE-CC15-4064-B18C-443C371B5ACC}" type="sibTrans" cxnId="{77FB2968-FDED-42A8-902C-F339B8E597FA}">
      <dgm:prSet/>
      <dgm:spPr/>
      <dgm:t>
        <a:bodyPr/>
        <a:lstStyle/>
        <a:p>
          <a:endParaRPr lang="en-US"/>
        </a:p>
      </dgm:t>
    </dgm:pt>
    <dgm:pt modelId="{48B4375C-A938-45A8-A421-532BC3F4B7C2}">
      <dgm:prSet/>
      <dgm:spPr/>
      <dgm:t>
        <a:bodyPr/>
        <a:lstStyle/>
        <a:p>
          <a:r>
            <a:rPr lang="en-US"/>
            <a:t>Build</a:t>
          </a:r>
        </a:p>
      </dgm:t>
    </dgm:pt>
    <dgm:pt modelId="{63CA2657-0D4C-4784-ADCD-0BEFFE7B1F8E}" type="parTrans" cxnId="{C5DC843A-81FA-4F35-BBB4-3D6EDCA8BDFA}">
      <dgm:prSet/>
      <dgm:spPr/>
      <dgm:t>
        <a:bodyPr/>
        <a:lstStyle/>
        <a:p>
          <a:endParaRPr lang="en-US"/>
        </a:p>
      </dgm:t>
    </dgm:pt>
    <dgm:pt modelId="{B1D8EB2B-2F13-4697-88FA-E8291C310312}" type="sibTrans" cxnId="{C5DC843A-81FA-4F35-BBB4-3D6EDCA8BDFA}">
      <dgm:prSet/>
      <dgm:spPr/>
      <dgm:t>
        <a:bodyPr/>
        <a:lstStyle/>
        <a:p>
          <a:endParaRPr lang="en-US"/>
        </a:p>
      </dgm:t>
    </dgm:pt>
    <dgm:pt modelId="{D631811B-42E5-4B58-8EFA-D17D77701C29}">
      <dgm:prSet/>
      <dgm:spPr/>
      <dgm:t>
        <a:bodyPr/>
        <a:lstStyle/>
        <a:p>
          <a:r>
            <a:rPr lang="en-US"/>
            <a:t>Build user-centred dashboards</a:t>
          </a:r>
        </a:p>
      </dgm:t>
    </dgm:pt>
    <dgm:pt modelId="{47454134-7A57-401D-BC0D-E0B7D28A031F}" type="parTrans" cxnId="{43CF2104-732C-4BD5-872D-7DC932957E1D}">
      <dgm:prSet/>
      <dgm:spPr/>
      <dgm:t>
        <a:bodyPr/>
        <a:lstStyle/>
        <a:p>
          <a:endParaRPr lang="en-US"/>
        </a:p>
      </dgm:t>
    </dgm:pt>
    <dgm:pt modelId="{FD199434-A9AD-4528-9137-D09A80843442}" type="sibTrans" cxnId="{43CF2104-732C-4BD5-872D-7DC932957E1D}">
      <dgm:prSet/>
      <dgm:spPr/>
      <dgm:t>
        <a:bodyPr/>
        <a:lstStyle/>
        <a:p>
          <a:endParaRPr lang="en-US"/>
        </a:p>
      </dgm:t>
    </dgm:pt>
    <dgm:pt modelId="{AF8F3710-3EC3-49CA-A7C1-91ED96465D0F}">
      <dgm:prSet/>
      <dgm:spPr/>
      <dgm:t>
        <a:bodyPr/>
        <a:lstStyle/>
        <a:p>
          <a:r>
            <a:rPr lang="en-US"/>
            <a:t>Evaluate</a:t>
          </a:r>
        </a:p>
      </dgm:t>
    </dgm:pt>
    <dgm:pt modelId="{A04CC2C0-7737-497E-8DF2-98F09B329580}" type="parTrans" cxnId="{3471100E-B948-4041-9BC5-C797123DF39E}">
      <dgm:prSet/>
      <dgm:spPr/>
      <dgm:t>
        <a:bodyPr/>
        <a:lstStyle/>
        <a:p>
          <a:endParaRPr lang="en-US"/>
        </a:p>
      </dgm:t>
    </dgm:pt>
    <dgm:pt modelId="{FDFDA964-E497-45B4-8363-E7E100039B71}" type="sibTrans" cxnId="{3471100E-B948-4041-9BC5-C797123DF39E}">
      <dgm:prSet/>
      <dgm:spPr/>
      <dgm:t>
        <a:bodyPr/>
        <a:lstStyle/>
        <a:p>
          <a:endParaRPr lang="en-US"/>
        </a:p>
      </dgm:t>
    </dgm:pt>
    <dgm:pt modelId="{1A6D82FC-5EFD-40C3-B922-66DBEC60EA8A}">
      <dgm:prSet/>
      <dgm:spPr/>
      <dgm:t>
        <a:bodyPr/>
        <a:lstStyle/>
        <a:p>
          <a:r>
            <a:rPr lang="en-US"/>
            <a:t>Evaluate usability &amp; utility</a:t>
          </a:r>
        </a:p>
      </dgm:t>
    </dgm:pt>
    <dgm:pt modelId="{55D3C0BE-4022-4E17-B68C-7C4E44F80F56}" type="parTrans" cxnId="{27A603C3-EA03-4BEE-9C41-AB392F064AC3}">
      <dgm:prSet/>
      <dgm:spPr/>
      <dgm:t>
        <a:bodyPr/>
        <a:lstStyle/>
        <a:p>
          <a:endParaRPr lang="en-US"/>
        </a:p>
      </dgm:t>
    </dgm:pt>
    <dgm:pt modelId="{B038C04A-E80B-45BC-8E27-3DF4AAE5D857}" type="sibTrans" cxnId="{27A603C3-EA03-4BEE-9C41-AB392F064AC3}">
      <dgm:prSet/>
      <dgm:spPr/>
      <dgm:t>
        <a:bodyPr/>
        <a:lstStyle/>
        <a:p>
          <a:endParaRPr lang="en-US"/>
        </a:p>
      </dgm:t>
    </dgm:pt>
    <dgm:pt modelId="{78D3841F-5BAA-44C8-B7C4-38F9F56F1DEE}">
      <dgm:prSet/>
      <dgm:spPr/>
      <dgm:t>
        <a:bodyPr/>
        <a:lstStyle/>
        <a:p>
          <a:r>
            <a:rPr lang="en-US"/>
            <a:t>Derive</a:t>
          </a:r>
        </a:p>
      </dgm:t>
    </dgm:pt>
    <dgm:pt modelId="{3AAFE865-EB86-4786-957A-82488A6AAE55}" type="parTrans" cxnId="{84439A6E-28A7-43F9-AB98-A9F9A2D9FD6D}">
      <dgm:prSet/>
      <dgm:spPr/>
      <dgm:t>
        <a:bodyPr/>
        <a:lstStyle/>
        <a:p>
          <a:endParaRPr lang="en-US"/>
        </a:p>
      </dgm:t>
    </dgm:pt>
    <dgm:pt modelId="{D8977DD1-86D5-4EB1-9A33-236CAF0BDA77}" type="sibTrans" cxnId="{84439A6E-28A7-43F9-AB98-A9F9A2D9FD6D}">
      <dgm:prSet/>
      <dgm:spPr/>
      <dgm:t>
        <a:bodyPr/>
        <a:lstStyle/>
        <a:p>
          <a:endParaRPr lang="en-US"/>
        </a:p>
      </dgm:t>
    </dgm:pt>
    <dgm:pt modelId="{6C14E0C0-69FB-4BC6-9FED-767EB10BC848}">
      <dgm:prSet/>
      <dgm:spPr/>
      <dgm:t>
        <a:bodyPr/>
        <a:lstStyle/>
        <a:p>
          <a:r>
            <a:rPr lang="en-US"/>
            <a:t>Derive design principles</a:t>
          </a:r>
        </a:p>
      </dgm:t>
    </dgm:pt>
    <dgm:pt modelId="{BAA913C9-159E-4361-9718-E8E5678BC8E3}" type="parTrans" cxnId="{900FB756-42C0-40BF-BDD2-5BF9EC267F7F}">
      <dgm:prSet/>
      <dgm:spPr/>
      <dgm:t>
        <a:bodyPr/>
        <a:lstStyle/>
        <a:p>
          <a:endParaRPr lang="en-US"/>
        </a:p>
      </dgm:t>
    </dgm:pt>
    <dgm:pt modelId="{2AC3E874-112B-47AA-BE48-32595BA7C215}" type="sibTrans" cxnId="{900FB756-42C0-40BF-BDD2-5BF9EC267F7F}">
      <dgm:prSet/>
      <dgm:spPr/>
      <dgm:t>
        <a:bodyPr/>
        <a:lstStyle/>
        <a:p>
          <a:endParaRPr lang="en-US"/>
        </a:p>
      </dgm:t>
    </dgm:pt>
    <dgm:pt modelId="{84C4748C-68E2-4079-9C33-7C3D26AD0F5E}" type="pres">
      <dgm:prSet presAssocID="{D1D2F406-C573-4C3D-999D-7FD2EC539740}" presName="Name0" presStyleCnt="0">
        <dgm:presLayoutVars>
          <dgm:dir/>
          <dgm:animLvl val="lvl"/>
          <dgm:resizeHandles val="exact"/>
        </dgm:presLayoutVars>
      </dgm:prSet>
      <dgm:spPr/>
    </dgm:pt>
    <dgm:pt modelId="{2EDB5DEF-F0E0-47B4-A466-A4EC91D0FF57}" type="pres">
      <dgm:prSet presAssocID="{78D3841F-5BAA-44C8-B7C4-38F9F56F1DEE}" presName="boxAndChildren" presStyleCnt="0"/>
      <dgm:spPr/>
    </dgm:pt>
    <dgm:pt modelId="{7CCDC2FA-6BC9-4D17-8C7B-D46BCA682B04}" type="pres">
      <dgm:prSet presAssocID="{78D3841F-5BAA-44C8-B7C4-38F9F56F1DEE}" presName="parentTextBox" presStyleLbl="alignNode1" presStyleIdx="0" presStyleCnt="6"/>
      <dgm:spPr/>
    </dgm:pt>
    <dgm:pt modelId="{62DFB027-55C0-4793-8889-5F3B59FD02F0}" type="pres">
      <dgm:prSet presAssocID="{78D3841F-5BAA-44C8-B7C4-38F9F56F1DEE}" presName="descendantBox" presStyleLbl="bgAccFollowNode1" presStyleIdx="0" presStyleCnt="6"/>
      <dgm:spPr/>
    </dgm:pt>
    <dgm:pt modelId="{30195508-E01D-4EF9-BF2A-6171D11EB1B5}" type="pres">
      <dgm:prSet presAssocID="{FDFDA964-E497-45B4-8363-E7E100039B71}" presName="sp" presStyleCnt="0"/>
      <dgm:spPr/>
    </dgm:pt>
    <dgm:pt modelId="{E4844444-D85A-40F6-8532-15D5F18548AA}" type="pres">
      <dgm:prSet presAssocID="{AF8F3710-3EC3-49CA-A7C1-91ED96465D0F}" presName="arrowAndChildren" presStyleCnt="0"/>
      <dgm:spPr/>
    </dgm:pt>
    <dgm:pt modelId="{126C9B35-3B56-4BF0-A7DB-E58D63B805B0}" type="pres">
      <dgm:prSet presAssocID="{AF8F3710-3EC3-49CA-A7C1-91ED96465D0F}" presName="parentTextArrow" presStyleLbl="node1" presStyleIdx="0" presStyleCnt="0"/>
      <dgm:spPr/>
    </dgm:pt>
    <dgm:pt modelId="{C37EA96B-2EE6-470E-80D2-FA8A1AF42439}" type="pres">
      <dgm:prSet presAssocID="{AF8F3710-3EC3-49CA-A7C1-91ED96465D0F}" presName="arrow" presStyleLbl="alignNode1" presStyleIdx="1" presStyleCnt="6"/>
      <dgm:spPr/>
    </dgm:pt>
    <dgm:pt modelId="{28AE8682-FAD5-4C57-AEA8-C32EB1EB93FD}" type="pres">
      <dgm:prSet presAssocID="{AF8F3710-3EC3-49CA-A7C1-91ED96465D0F}" presName="descendantArrow" presStyleLbl="bgAccFollowNode1" presStyleIdx="1" presStyleCnt="6"/>
      <dgm:spPr/>
    </dgm:pt>
    <dgm:pt modelId="{9C7689BB-587C-4996-99D3-76F50A1BCDE0}" type="pres">
      <dgm:prSet presAssocID="{B1D8EB2B-2F13-4697-88FA-E8291C310312}" presName="sp" presStyleCnt="0"/>
      <dgm:spPr/>
    </dgm:pt>
    <dgm:pt modelId="{DA2C393E-F7DD-40F0-9ECE-82DE7D19366A}" type="pres">
      <dgm:prSet presAssocID="{48B4375C-A938-45A8-A421-532BC3F4B7C2}" presName="arrowAndChildren" presStyleCnt="0"/>
      <dgm:spPr/>
    </dgm:pt>
    <dgm:pt modelId="{35E3575B-7E5F-49F7-B38A-43E32FEE292F}" type="pres">
      <dgm:prSet presAssocID="{48B4375C-A938-45A8-A421-532BC3F4B7C2}" presName="parentTextArrow" presStyleLbl="node1" presStyleIdx="0" presStyleCnt="0"/>
      <dgm:spPr/>
    </dgm:pt>
    <dgm:pt modelId="{D204E4AC-099F-4E21-A18A-E5061E416708}" type="pres">
      <dgm:prSet presAssocID="{48B4375C-A938-45A8-A421-532BC3F4B7C2}" presName="arrow" presStyleLbl="alignNode1" presStyleIdx="2" presStyleCnt="6"/>
      <dgm:spPr/>
    </dgm:pt>
    <dgm:pt modelId="{9694E9C7-25AF-44FE-AC8E-F2F8150F1D57}" type="pres">
      <dgm:prSet presAssocID="{48B4375C-A938-45A8-A421-532BC3F4B7C2}" presName="descendantArrow" presStyleLbl="bgAccFollowNode1" presStyleIdx="2" presStyleCnt="6"/>
      <dgm:spPr/>
    </dgm:pt>
    <dgm:pt modelId="{9A5E1745-1C04-447F-A804-5C35EF8A7C61}" type="pres">
      <dgm:prSet presAssocID="{3EE73C12-B6CF-4B3E-AC04-4A7966010EDE}" presName="sp" presStyleCnt="0"/>
      <dgm:spPr/>
    </dgm:pt>
    <dgm:pt modelId="{38A62A81-71EF-42BA-A571-6F2C4323644C}" type="pres">
      <dgm:prSet presAssocID="{65331479-412F-43FB-8AF3-3BB7082D825C}" presName="arrowAndChildren" presStyleCnt="0"/>
      <dgm:spPr/>
    </dgm:pt>
    <dgm:pt modelId="{30C446BF-BAFF-4005-9FB4-4DB51A609DFC}" type="pres">
      <dgm:prSet presAssocID="{65331479-412F-43FB-8AF3-3BB7082D825C}" presName="parentTextArrow" presStyleLbl="node1" presStyleIdx="0" presStyleCnt="0"/>
      <dgm:spPr/>
    </dgm:pt>
    <dgm:pt modelId="{7AD7E114-97FA-48B2-8E03-0AF8FF828D58}" type="pres">
      <dgm:prSet presAssocID="{65331479-412F-43FB-8AF3-3BB7082D825C}" presName="arrow" presStyleLbl="alignNode1" presStyleIdx="3" presStyleCnt="6"/>
      <dgm:spPr/>
    </dgm:pt>
    <dgm:pt modelId="{64B28F46-A994-416D-9576-30D7A4F1A23F}" type="pres">
      <dgm:prSet presAssocID="{65331479-412F-43FB-8AF3-3BB7082D825C}" presName="descendantArrow" presStyleLbl="bgAccFollowNode1" presStyleIdx="3" presStyleCnt="6"/>
      <dgm:spPr/>
    </dgm:pt>
    <dgm:pt modelId="{8B74FED0-0BC5-41A6-AF8A-58C55336B23A}" type="pres">
      <dgm:prSet presAssocID="{B46A801C-F7DE-4149-9EB5-5C6C96064F51}" presName="sp" presStyleCnt="0"/>
      <dgm:spPr/>
    </dgm:pt>
    <dgm:pt modelId="{CBB8A804-6411-4786-9D34-6677044D25A1}" type="pres">
      <dgm:prSet presAssocID="{0A353887-AA1A-4519-8FB4-236893A1A550}" presName="arrowAndChildren" presStyleCnt="0"/>
      <dgm:spPr/>
    </dgm:pt>
    <dgm:pt modelId="{2EA32351-D445-4E84-82DB-3309FF7B3D2D}" type="pres">
      <dgm:prSet presAssocID="{0A353887-AA1A-4519-8FB4-236893A1A550}" presName="parentTextArrow" presStyleLbl="node1" presStyleIdx="0" presStyleCnt="0"/>
      <dgm:spPr/>
    </dgm:pt>
    <dgm:pt modelId="{F380B1CC-269C-491F-9B90-0293F8CE17EB}" type="pres">
      <dgm:prSet presAssocID="{0A353887-AA1A-4519-8FB4-236893A1A550}" presName="arrow" presStyleLbl="alignNode1" presStyleIdx="4" presStyleCnt="6"/>
      <dgm:spPr/>
    </dgm:pt>
    <dgm:pt modelId="{D80AA639-5318-45E0-A0AD-96E4027217F8}" type="pres">
      <dgm:prSet presAssocID="{0A353887-AA1A-4519-8FB4-236893A1A550}" presName="descendantArrow" presStyleLbl="bgAccFollowNode1" presStyleIdx="4" presStyleCnt="6"/>
      <dgm:spPr/>
    </dgm:pt>
    <dgm:pt modelId="{CE140CFA-1B54-4475-A93C-022A8EA58407}" type="pres">
      <dgm:prSet presAssocID="{DCB78F1D-DDA9-4D32-B3BE-145B173A6E54}" presName="sp" presStyleCnt="0"/>
      <dgm:spPr/>
    </dgm:pt>
    <dgm:pt modelId="{D12749F6-760F-41E2-9FA4-A7C9118D534F}" type="pres">
      <dgm:prSet presAssocID="{97771A67-F717-433B-83BD-9CF140C3F6AE}" presName="arrowAndChildren" presStyleCnt="0"/>
      <dgm:spPr/>
    </dgm:pt>
    <dgm:pt modelId="{2A388E42-92B5-484E-8813-7207811E7028}" type="pres">
      <dgm:prSet presAssocID="{97771A67-F717-433B-83BD-9CF140C3F6AE}" presName="parentTextArrow" presStyleLbl="node1" presStyleIdx="0" presStyleCnt="0"/>
      <dgm:spPr/>
    </dgm:pt>
    <dgm:pt modelId="{6AD795A6-B95E-4506-B8E0-06CC34E0016C}" type="pres">
      <dgm:prSet presAssocID="{97771A67-F717-433B-83BD-9CF140C3F6AE}" presName="arrow" presStyleLbl="alignNode1" presStyleIdx="5" presStyleCnt="6"/>
      <dgm:spPr/>
    </dgm:pt>
    <dgm:pt modelId="{13FFB56F-F589-433D-9E82-D6C7CFB40CC6}" type="pres">
      <dgm:prSet presAssocID="{97771A67-F717-433B-83BD-9CF140C3F6AE}" presName="descendantArrow" presStyleLbl="bgAccFollowNode1" presStyleIdx="5" presStyleCnt="6"/>
      <dgm:spPr/>
    </dgm:pt>
  </dgm:ptLst>
  <dgm:cxnLst>
    <dgm:cxn modelId="{43CF2104-732C-4BD5-872D-7DC932957E1D}" srcId="{48B4375C-A938-45A8-A421-532BC3F4B7C2}" destId="{D631811B-42E5-4B58-8EFA-D17D77701C29}" srcOrd="0" destOrd="0" parTransId="{47454134-7A57-401D-BC0D-E0B7D28A031F}" sibTransId="{FD199434-A9AD-4528-9137-D09A80843442}"/>
    <dgm:cxn modelId="{A1BBE204-ACCC-483C-A4EE-336BFC5EDCC2}" srcId="{D1D2F406-C573-4C3D-999D-7FD2EC539740}" destId="{97771A67-F717-433B-83BD-9CF140C3F6AE}" srcOrd="0" destOrd="0" parTransId="{386C13EE-9C29-4C04-8BA4-CAB03D898CDF}" sibTransId="{DCB78F1D-DDA9-4D32-B3BE-145B173A6E54}"/>
    <dgm:cxn modelId="{1606A707-6D90-4F55-89D0-2BF87EA8A6E2}" srcId="{97771A67-F717-433B-83BD-9CF140C3F6AE}" destId="{A5F4075F-9A7A-410A-ABEE-466C9CB5D245}" srcOrd="0" destOrd="0" parTransId="{6DEC5189-AEC8-400F-9452-15B39EFFA08D}" sibTransId="{D126A29C-010F-4328-96A1-410211B015B6}"/>
    <dgm:cxn modelId="{F27B880C-49BF-42A7-B0BD-0C8A1DB1FDCD}" type="presOf" srcId="{97771A67-F717-433B-83BD-9CF140C3F6AE}" destId="{6AD795A6-B95E-4506-B8E0-06CC34E0016C}" srcOrd="1" destOrd="0" presId="urn:microsoft.com/office/officeart/2016/7/layout/VerticalDownArrowProcess"/>
    <dgm:cxn modelId="{3471100E-B948-4041-9BC5-C797123DF39E}" srcId="{D1D2F406-C573-4C3D-999D-7FD2EC539740}" destId="{AF8F3710-3EC3-49CA-A7C1-91ED96465D0F}" srcOrd="4" destOrd="0" parTransId="{A04CC2C0-7737-497E-8DF2-98F09B329580}" sibTransId="{FDFDA964-E497-45B4-8363-E7E100039B71}"/>
    <dgm:cxn modelId="{0E8B8C11-817F-40F7-BFD6-C34CDC8C18D7}" type="presOf" srcId="{97771A67-F717-433B-83BD-9CF140C3F6AE}" destId="{2A388E42-92B5-484E-8813-7207811E7028}" srcOrd="0" destOrd="0" presId="urn:microsoft.com/office/officeart/2016/7/layout/VerticalDownArrowProcess"/>
    <dgm:cxn modelId="{8627431F-A3CD-487B-9176-B1442DDE2BBE}" type="presOf" srcId="{A5F4075F-9A7A-410A-ABEE-466C9CB5D245}" destId="{13FFB56F-F589-433D-9E82-D6C7CFB40CC6}" srcOrd="0" destOrd="0" presId="urn:microsoft.com/office/officeart/2016/7/layout/VerticalDownArrowProcess"/>
    <dgm:cxn modelId="{E4F83424-A1B3-4DE8-B696-73179D2CD5C3}" type="presOf" srcId="{48B4375C-A938-45A8-A421-532BC3F4B7C2}" destId="{D204E4AC-099F-4E21-A18A-E5061E416708}" srcOrd="1" destOrd="0" presId="urn:microsoft.com/office/officeart/2016/7/layout/VerticalDownArrowProcess"/>
    <dgm:cxn modelId="{C2BB9024-B752-4DD3-BB42-B28D9CE50BDD}" type="presOf" srcId="{541E0DD2-C62F-4F6B-8172-C9BF9922B88E}" destId="{D80AA639-5318-45E0-A0AD-96E4027217F8}" srcOrd="0" destOrd="0" presId="urn:microsoft.com/office/officeart/2016/7/layout/VerticalDownArrowProcess"/>
    <dgm:cxn modelId="{0D34CC39-C1A7-4B2C-BF29-B0ECA1B6351D}" type="presOf" srcId="{0A353887-AA1A-4519-8FB4-236893A1A550}" destId="{F380B1CC-269C-491F-9B90-0293F8CE17EB}" srcOrd="1" destOrd="0" presId="urn:microsoft.com/office/officeart/2016/7/layout/VerticalDownArrowProcess"/>
    <dgm:cxn modelId="{C5DC843A-81FA-4F35-BBB4-3D6EDCA8BDFA}" srcId="{D1D2F406-C573-4C3D-999D-7FD2EC539740}" destId="{48B4375C-A938-45A8-A421-532BC3F4B7C2}" srcOrd="3" destOrd="0" parTransId="{63CA2657-0D4C-4784-ADCD-0BEFFE7B1F8E}" sibTransId="{B1D8EB2B-2F13-4697-88FA-E8291C310312}"/>
    <dgm:cxn modelId="{092FE33A-18FB-48D4-BF65-EAA77C6521C8}" type="presOf" srcId="{6C14E0C0-69FB-4BC6-9FED-767EB10BC848}" destId="{62DFB027-55C0-4793-8889-5F3B59FD02F0}" srcOrd="0" destOrd="0" presId="urn:microsoft.com/office/officeart/2016/7/layout/VerticalDownArrowProcess"/>
    <dgm:cxn modelId="{D46DBF61-A815-433F-94AD-D6248BF74D38}" type="presOf" srcId="{AF8F3710-3EC3-49CA-A7C1-91ED96465D0F}" destId="{C37EA96B-2EE6-470E-80D2-FA8A1AF42439}" srcOrd="1" destOrd="0" presId="urn:microsoft.com/office/officeart/2016/7/layout/VerticalDownArrowProcess"/>
    <dgm:cxn modelId="{0E0E2164-F8A0-4EB0-9816-F41173B48CA4}" type="presOf" srcId="{1A6D82FC-5EFD-40C3-B922-66DBEC60EA8A}" destId="{28AE8682-FAD5-4C57-AEA8-C32EB1EB93FD}" srcOrd="0" destOrd="0" presId="urn:microsoft.com/office/officeart/2016/7/layout/VerticalDownArrowProcess"/>
    <dgm:cxn modelId="{50170D46-1FAA-43A3-9BF4-39FC1A74D603}" type="presOf" srcId="{48B4375C-A938-45A8-A421-532BC3F4B7C2}" destId="{35E3575B-7E5F-49F7-B38A-43E32FEE292F}" srcOrd="0" destOrd="0" presId="urn:microsoft.com/office/officeart/2016/7/layout/VerticalDownArrowProcess"/>
    <dgm:cxn modelId="{77FB2968-FDED-42A8-902C-F339B8E597FA}" srcId="{65331479-412F-43FB-8AF3-3BB7082D825C}" destId="{183F7EF7-91D2-4CDA-B70D-3B0F36F484D2}" srcOrd="0" destOrd="0" parTransId="{B55A3CE2-39A8-4F7B-B470-A4257C330ABC}" sibTransId="{83290AFE-CC15-4064-B18C-443C371B5ACC}"/>
    <dgm:cxn modelId="{84439A6E-28A7-43F9-AB98-A9F9A2D9FD6D}" srcId="{D1D2F406-C573-4C3D-999D-7FD2EC539740}" destId="{78D3841F-5BAA-44C8-B7C4-38F9F56F1DEE}" srcOrd="5" destOrd="0" parTransId="{3AAFE865-EB86-4786-957A-82488A6AAE55}" sibTransId="{D8977DD1-86D5-4EB1-9A33-236CAF0BDA77}"/>
    <dgm:cxn modelId="{1C47D34F-A60C-4CC4-8D3A-DBBC4496491F}" srcId="{D1D2F406-C573-4C3D-999D-7FD2EC539740}" destId="{0A353887-AA1A-4519-8FB4-236893A1A550}" srcOrd="1" destOrd="0" parTransId="{9D0E6531-B76A-4D2B-8088-1A04889C17B6}" sibTransId="{B46A801C-F7DE-4149-9EB5-5C6C96064F51}"/>
    <dgm:cxn modelId="{78A15374-4D73-486D-BAE1-735C191EB95B}" type="presOf" srcId="{D631811B-42E5-4B58-8EFA-D17D77701C29}" destId="{9694E9C7-25AF-44FE-AC8E-F2F8150F1D57}" srcOrd="0" destOrd="0" presId="urn:microsoft.com/office/officeart/2016/7/layout/VerticalDownArrowProcess"/>
    <dgm:cxn modelId="{900FB756-42C0-40BF-BDD2-5BF9EC267F7F}" srcId="{78D3841F-5BAA-44C8-B7C4-38F9F56F1DEE}" destId="{6C14E0C0-69FB-4BC6-9FED-767EB10BC848}" srcOrd="0" destOrd="0" parTransId="{BAA913C9-159E-4361-9718-E8E5678BC8E3}" sibTransId="{2AC3E874-112B-47AA-BE48-32595BA7C215}"/>
    <dgm:cxn modelId="{D1AD5059-4C04-4992-9A06-12B2D358ED82}" srcId="{0A353887-AA1A-4519-8FB4-236893A1A550}" destId="{541E0DD2-C62F-4F6B-8172-C9BF9922B88E}" srcOrd="0" destOrd="0" parTransId="{B4563643-B909-441A-994A-9177344636C6}" sibTransId="{98CA75A1-3C79-45BD-911C-6F55D9D6E3F7}"/>
    <dgm:cxn modelId="{A8B71E7D-5502-47FE-81E3-D3DF10EA0012}" type="presOf" srcId="{65331479-412F-43FB-8AF3-3BB7082D825C}" destId="{30C446BF-BAFF-4005-9FB4-4DB51A609DFC}" srcOrd="0" destOrd="0" presId="urn:microsoft.com/office/officeart/2016/7/layout/VerticalDownArrowProcess"/>
    <dgm:cxn modelId="{7FBE5892-54F5-4A6F-A5F6-CA363A61B315}" type="presOf" srcId="{AF8F3710-3EC3-49CA-A7C1-91ED96465D0F}" destId="{126C9B35-3B56-4BF0-A7DB-E58D63B805B0}" srcOrd="0" destOrd="0" presId="urn:microsoft.com/office/officeart/2016/7/layout/VerticalDownArrowProcess"/>
    <dgm:cxn modelId="{22B48B94-AA14-4842-90F2-C3F957CFA40E}" type="presOf" srcId="{0A353887-AA1A-4519-8FB4-236893A1A550}" destId="{2EA32351-D445-4E84-82DB-3309FF7B3D2D}" srcOrd="0" destOrd="0" presId="urn:microsoft.com/office/officeart/2016/7/layout/VerticalDownArrowProcess"/>
    <dgm:cxn modelId="{288ABB9A-4035-4DA4-88EF-7BE97B9D6149}" srcId="{D1D2F406-C573-4C3D-999D-7FD2EC539740}" destId="{65331479-412F-43FB-8AF3-3BB7082D825C}" srcOrd="2" destOrd="0" parTransId="{FE7DBEA1-8448-4DCC-ACFF-6DA0868E6B71}" sibTransId="{3EE73C12-B6CF-4B3E-AC04-4A7966010EDE}"/>
    <dgm:cxn modelId="{AF5F85A0-1DB4-483E-B269-B6120E3F1ED6}" type="presOf" srcId="{65331479-412F-43FB-8AF3-3BB7082D825C}" destId="{7AD7E114-97FA-48B2-8E03-0AF8FF828D58}" srcOrd="1" destOrd="0" presId="urn:microsoft.com/office/officeart/2016/7/layout/VerticalDownArrowProcess"/>
    <dgm:cxn modelId="{6B50B8B3-FB86-4E15-8F0C-FFCE26C16462}" type="presOf" srcId="{D1D2F406-C573-4C3D-999D-7FD2EC539740}" destId="{84C4748C-68E2-4079-9C33-7C3D26AD0F5E}" srcOrd="0" destOrd="0" presId="urn:microsoft.com/office/officeart/2016/7/layout/VerticalDownArrowProcess"/>
    <dgm:cxn modelId="{27A603C3-EA03-4BEE-9C41-AB392F064AC3}" srcId="{AF8F3710-3EC3-49CA-A7C1-91ED96465D0F}" destId="{1A6D82FC-5EFD-40C3-B922-66DBEC60EA8A}" srcOrd="0" destOrd="0" parTransId="{55D3C0BE-4022-4E17-B68C-7C4E44F80F56}" sibTransId="{B038C04A-E80B-45BC-8E27-3DF4AAE5D857}"/>
    <dgm:cxn modelId="{D6E49CD2-7860-4EC1-B24E-35AF25A599E6}" type="presOf" srcId="{183F7EF7-91D2-4CDA-B70D-3B0F36F484D2}" destId="{64B28F46-A994-416D-9576-30D7A4F1A23F}" srcOrd="0" destOrd="0" presId="urn:microsoft.com/office/officeart/2016/7/layout/VerticalDownArrowProcess"/>
    <dgm:cxn modelId="{C2B516E6-D092-4DF9-81B7-B0DBB860234E}" type="presOf" srcId="{78D3841F-5BAA-44C8-B7C4-38F9F56F1DEE}" destId="{7CCDC2FA-6BC9-4D17-8C7B-D46BCA682B04}" srcOrd="0" destOrd="0" presId="urn:microsoft.com/office/officeart/2016/7/layout/VerticalDownArrowProcess"/>
    <dgm:cxn modelId="{4FDF7C4E-FD59-4AB8-ABB1-C43E77159782}" type="presParOf" srcId="{84C4748C-68E2-4079-9C33-7C3D26AD0F5E}" destId="{2EDB5DEF-F0E0-47B4-A466-A4EC91D0FF57}" srcOrd="0" destOrd="0" presId="urn:microsoft.com/office/officeart/2016/7/layout/VerticalDownArrowProcess"/>
    <dgm:cxn modelId="{AFF8E4A0-70F3-4E04-B2F5-D943BDCE5147}" type="presParOf" srcId="{2EDB5DEF-F0E0-47B4-A466-A4EC91D0FF57}" destId="{7CCDC2FA-6BC9-4D17-8C7B-D46BCA682B04}" srcOrd="0" destOrd="0" presId="urn:microsoft.com/office/officeart/2016/7/layout/VerticalDownArrowProcess"/>
    <dgm:cxn modelId="{C93BF065-B0F2-493D-9F8F-9ACEC44B1A0B}" type="presParOf" srcId="{2EDB5DEF-F0E0-47B4-A466-A4EC91D0FF57}" destId="{62DFB027-55C0-4793-8889-5F3B59FD02F0}" srcOrd="1" destOrd="0" presId="urn:microsoft.com/office/officeart/2016/7/layout/VerticalDownArrowProcess"/>
    <dgm:cxn modelId="{3DDFCD1C-86DA-42BF-BD2D-78A3B1620917}" type="presParOf" srcId="{84C4748C-68E2-4079-9C33-7C3D26AD0F5E}" destId="{30195508-E01D-4EF9-BF2A-6171D11EB1B5}" srcOrd="1" destOrd="0" presId="urn:microsoft.com/office/officeart/2016/7/layout/VerticalDownArrowProcess"/>
    <dgm:cxn modelId="{905FF0CE-7B55-4C2F-9767-EEC514532ABF}" type="presParOf" srcId="{84C4748C-68E2-4079-9C33-7C3D26AD0F5E}" destId="{E4844444-D85A-40F6-8532-15D5F18548AA}" srcOrd="2" destOrd="0" presId="urn:microsoft.com/office/officeart/2016/7/layout/VerticalDownArrowProcess"/>
    <dgm:cxn modelId="{0FEFC66C-31AD-4A65-B8E6-69DED7C2903D}" type="presParOf" srcId="{E4844444-D85A-40F6-8532-15D5F18548AA}" destId="{126C9B35-3B56-4BF0-A7DB-E58D63B805B0}" srcOrd="0" destOrd="0" presId="urn:microsoft.com/office/officeart/2016/7/layout/VerticalDownArrowProcess"/>
    <dgm:cxn modelId="{DEFA5BA9-7597-467E-8013-A1AF8B4544E4}" type="presParOf" srcId="{E4844444-D85A-40F6-8532-15D5F18548AA}" destId="{C37EA96B-2EE6-470E-80D2-FA8A1AF42439}" srcOrd="1" destOrd="0" presId="urn:microsoft.com/office/officeart/2016/7/layout/VerticalDownArrowProcess"/>
    <dgm:cxn modelId="{BCA20B4E-5DB1-42AD-8036-00C4CAC447D7}" type="presParOf" srcId="{E4844444-D85A-40F6-8532-15D5F18548AA}" destId="{28AE8682-FAD5-4C57-AEA8-C32EB1EB93FD}" srcOrd="2" destOrd="0" presId="urn:microsoft.com/office/officeart/2016/7/layout/VerticalDownArrowProcess"/>
    <dgm:cxn modelId="{313AFA2A-1356-411D-805A-80A16D0B26C7}" type="presParOf" srcId="{84C4748C-68E2-4079-9C33-7C3D26AD0F5E}" destId="{9C7689BB-587C-4996-99D3-76F50A1BCDE0}" srcOrd="3" destOrd="0" presId="urn:microsoft.com/office/officeart/2016/7/layout/VerticalDownArrowProcess"/>
    <dgm:cxn modelId="{521CB9F9-1407-4AA3-8095-C3D0612FDFAB}" type="presParOf" srcId="{84C4748C-68E2-4079-9C33-7C3D26AD0F5E}" destId="{DA2C393E-F7DD-40F0-9ECE-82DE7D19366A}" srcOrd="4" destOrd="0" presId="urn:microsoft.com/office/officeart/2016/7/layout/VerticalDownArrowProcess"/>
    <dgm:cxn modelId="{7CD7723C-58BE-4BE0-A45F-D480EAFC410C}" type="presParOf" srcId="{DA2C393E-F7DD-40F0-9ECE-82DE7D19366A}" destId="{35E3575B-7E5F-49F7-B38A-43E32FEE292F}" srcOrd="0" destOrd="0" presId="urn:microsoft.com/office/officeart/2016/7/layout/VerticalDownArrowProcess"/>
    <dgm:cxn modelId="{77BE5AF9-300F-4844-A25A-E95A332F2242}" type="presParOf" srcId="{DA2C393E-F7DD-40F0-9ECE-82DE7D19366A}" destId="{D204E4AC-099F-4E21-A18A-E5061E416708}" srcOrd="1" destOrd="0" presId="urn:microsoft.com/office/officeart/2016/7/layout/VerticalDownArrowProcess"/>
    <dgm:cxn modelId="{E20AEF52-FD1C-4A98-900D-6D5CB4E566B6}" type="presParOf" srcId="{DA2C393E-F7DD-40F0-9ECE-82DE7D19366A}" destId="{9694E9C7-25AF-44FE-AC8E-F2F8150F1D57}" srcOrd="2" destOrd="0" presId="urn:microsoft.com/office/officeart/2016/7/layout/VerticalDownArrowProcess"/>
    <dgm:cxn modelId="{2F8C04B3-215B-4077-A9D0-52A35F93C696}" type="presParOf" srcId="{84C4748C-68E2-4079-9C33-7C3D26AD0F5E}" destId="{9A5E1745-1C04-447F-A804-5C35EF8A7C61}" srcOrd="5" destOrd="0" presId="urn:microsoft.com/office/officeart/2016/7/layout/VerticalDownArrowProcess"/>
    <dgm:cxn modelId="{00885201-A96C-4F70-A766-CA3B777855DE}" type="presParOf" srcId="{84C4748C-68E2-4079-9C33-7C3D26AD0F5E}" destId="{38A62A81-71EF-42BA-A571-6F2C4323644C}" srcOrd="6" destOrd="0" presId="urn:microsoft.com/office/officeart/2016/7/layout/VerticalDownArrowProcess"/>
    <dgm:cxn modelId="{6834BA0E-8581-4D47-92B5-B550B60B79AA}" type="presParOf" srcId="{38A62A81-71EF-42BA-A571-6F2C4323644C}" destId="{30C446BF-BAFF-4005-9FB4-4DB51A609DFC}" srcOrd="0" destOrd="0" presId="urn:microsoft.com/office/officeart/2016/7/layout/VerticalDownArrowProcess"/>
    <dgm:cxn modelId="{A014C3B3-90AB-4820-8721-53B290954DFD}" type="presParOf" srcId="{38A62A81-71EF-42BA-A571-6F2C4323644C}" destId="{7AD7E114-97FA-48B2-8E03-0AF8FF828D58}" srcOrd="1" destOrd="0" presId="urn:microsoft.com/office/officeart/2016/7/layout/VerticalDownArrowProcess"/>
    <dgm:cxn modelId="{380FB1E9-BB79-482C-A527-EFD3ADDA26A1}" type="presParOf" srcId="{38A62A81-71EF-42BA-A571-6F2C4323644C}" destId="{64B28F46-A994-416D-9576-30D7A4F1A23F}" srcOrd="2" destOrd="0" presId="urn:microsoft.com/office/officeart/2016/7/layout/VerticalDownArrowProcess"/>
    <dgm:cxn modelId="{2932A6E7-8673-43EE-98D9-7BFC3347E205}" type="presParOf" srcId="{84C4748C-68E2-4079-9C33-7C3D26AD0F5E}" destId="{8B74FED0-0BC5-41A6-AF8A-58C55336B23A}" srcOrd="7" destOrd="0" presId="urn:microsoft.com/office/officeart/2016/7/layout/VerticalDownArrowProcess"/>
    <dgm:cxn modelId="{C6080A40-6CB7-4502-ACD7-5396DC56EE8B}" type="presParOf" srcId="{84C4748C-68E2-4079-9C33-7C3D26AD0F5E}" destId="{CBB8A804-6411-4786-9D34-6677044D25A1}" srcOrd="8" destOrd="0" presId="urn:microsoft.com/office/officeart/2016/7/layout/VerticalDownArrowProcess"/>
    <dgm:cxn modelId="{53B4F8AC-9BC9-4290-9D86-4402E6942E15}" type="presParOf" srcId="{CBB8A804-6411-4786-9D34-6677044D25A1}" destId="{2EA32351-D445-4E84-82DB-3309FF7B3D2D}" srcOrd="0" destOrd="0" presId="urn:microsoft.com/office/officeart/2016/7/layout/VerticalDownArrowProcess"/>
    <dgm:cxn modelId="{DBC3AC7F-A1F2-4E12-BE2A-74B76075F4AA}" type="presParOf" srcId="{CBB8A804-6411-4786-9D34-6677044D25A1}" destId="{F380B1CC-269C-491F-9B90-0293F8CE17EB}" srcOrd="1" destOrd="0" presId="urn:microsoft.com/office/officeart/2016/7/layout/VerticalDownArrowProcess"/>
    <dgm:cxn modelId="{9AD94FFC-7471-4F21-8199-1FEDB14F0147}" type="presParOf" srcId="{CBB8A804-6411-4786-9D34-6677044D25A1}" destId="{D80AA639-5318-45E0-A0AD-96E4027217F8}" srcOrd="2" destOrd="0" presId="urn:microsoft.com/office/officeart/2016/7/layout/VerticalDownArrowProcess"/>
    <dgm:cxn modelId="{576EE8E5-B4D6-494E-BBDA-B04F344CDCE8}" type="presParOf" srcId="{84C4748C-68E2-4079-9C33-7C3D26AD0F5E}" destId="{CE140CFA-1B54-4475-A93C-022A8EA58407}" srcOrd="9" destOrd="0" presId="urn:microsoft.com/office/officeart/2016/7/layout/VerticalDownArrowProcess"/>
    <dgm:cxn modelId="{BB9BD15B-5E78-44F8-87C4-AE49C1F78014}" type="presParOf" srcId="{84C4748C-68E2-4079-9C33-7C3D26AD0F5E}" destId="{D12749F6-760F-41E2-9FA4-A7C9118D534F}" srcOrd="10" destOrd="0" presId="urn:microsoft.com/office/officeart/2016/7/layout/VerticalDownArrowProcess"/>
    <dgm:cxn modelId="{52A3DAFB-658A-4828-9680-4EA1FACE7EB7}" type="presParOf" srcId="{D12749F6-760F-41E2-9FA4-A7C9118D534F}" destId="{2A388E42-92B5-484E-8813-7207811E7028}" srcOrd="0" destOrd="0" presId="urn:microsoft.com/office/officeart/2016/7/layout/VerticalDownArrowProcess"/>
    <dgm:cxn modelId="{9DB96A70-F17C-4C91-A3E0-FC637D8C5E2F}" type="presParOf" srcId="{D12749F6-760F-41E2-9FA4-A7C9118D534F}" destId="{6AD795A6-B95E-4506-B8E0-06CC34E0016C}" srcOrd="1" destOrd="0" presId="urn:microsoft.com/office/officeart/2016/7/layout/VerticalDownArrowProcess"/>
    <dgm:cxn modelId="{8D9F6C5E-8061-4759-8A6B-D6C8CE6968C3}" type="presParOf" srcId="{D12749F6-760F-41E2-9FA4-A7C9118D534F}" destId="{13FFB56F-F589-433D-9E82-D6C7CFB40CC6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62878D1-FA5D-408A-BBCC-03DB2A701A87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C8F82B4-CCF1-4454-9FC2-F26CBFF74C5D}">
      <dgm:prSet/>
      <dgm:spPr/>
      <dgm:t>
        <a:bodyPr/>
        <a:lstStyle/>
        <a:p>
          <a:r>
            <a:rPr lang="en-GB"/>
            <a:t>Surface breach risks early</a:t>
          </a:r>
          <a:endParaRPr lang="en-US"/>
        </a:p>
      </dgm:t>
    </dgm:pt>
    <dgm:pt modelId="{A17F1046-F663-468F-9F2D-95CBED7FF9E1}" type="parTrans" cxnId="{97711E6D-A93D-46CC-AA29-371AFDA729D2}">
      <dgm:prSet/>
      <dgm:spPr/>
      <dgm:t>
        <a:bodyPr/>
        <a:lstStyle/>
        <a:p>
          <a:endParaRPr lang="en-US"/>
        </a:p>
      </dgm:t>
    </dgm:pt>
    <dgm:pt modelId="{3CB8E2A7-0671-43AE-A43C-A2B5C48719BD}" type="sibTrans" cxnId="{97711E6D-A93D-46CC-AA29-371AFDA729D2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015CB278-27AD-4A29-B65D-EE71D058F8B2}">
      <dgm:prSet/>
      <dgm:spPr/>
      <dgm:t>
        <a:bodyPr/>
        <a:lstStyle/>
        <a:p>
          <a:r>
            <a:rPr lang="en-GB"/>
            <a:t>Pair risks with capacity</a:t>
          </a:r>
          <a:endParaRPr lang="en-US"/>
        </a:p>
      </dgm:t>
    </dgm:pt>
    <dgm:pt modelId="{D2D3B67A-E4D6-4136-8D75-BAB3E63FCF64}" type="parTrans" cxnId="{39907ECC-533A-426C-AA94-3E9F9ACCC671}">
      <dgm:prSet/>
      <dgm:spPr/>
      <dgm:t>
        <a:bodyPr/>
        <a:lstStyle/>
        <a:p>
          <a:endParaRPr lang="en-US"/>
        </a:p>
      </dgm:t>
    </dgm:pt>
    <dgm:pt modelId="{FCABE807-8E45-4F53-A811-00DA7AAD1126}" type="sibTrans" cxnId="{39907ECC-533A-426C-AA94-3E9F9ACCC671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90D0A2B8-F9A2-4EE6-A036-AF2BC04047F9}">
      <dgm:prSet/>
      <dgm:spPr/>
      <dgm:t>
        <a:bodyPr/>
        <a:lstStyle/>
        <a:p>
          <a:r>
            <a:rPr lang="en-GB"/>
            <a:t>Use canonical pathway events</a:t>
          </a:r>
          <a:endParaRPr lang="en-US"/>
        </a:p>
      </dgm:t>
    </dgm:pt>
    <dgm:pt modelId="{0B0760D1-539F-45EE-8139-C373B85DD823}" type="parTrans" cxnId="{02981927-1F09-48A2-8D38-10A00C5D8EF4}">
      <dgm:prSet/>
      <dgm:spPr/>
      <dgm:t>
        <a:bodyPr/>
        <a:lstStyle/>
        <a:p>
          <a:endParaRPr lang="en-US"/>
        </a:p>
      </dgm:t>
    </dgm:pt>
    <dgm:pt modelId="{78C08C29-2C7E-4563-A26F-07867AACEABB}" type="sibTrans" cxnId="{02981927-1F09-48A2-8D38-10A00C5D8EF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638905A2-E290-4FD6-8780-F24E2FE32E36}">
      <dgm:prSet/>
      <dgm:spPr/>
      <dgm:t>
        <a:bodyPr/>
        <a:lstStyle/>
        <a:p>
          <a:r>
            <a:rPr lang="en-GB"/>
            <a:t>Refresh at operational cadence</a:t>
          </a:r>
          <a:endParaRPr lang="en-US"/>
        </a:p>
      </dgm:t>
    </dgm:pt>
    <dgm:pt modelId="{9E818C80-8791-4945-96F8-8A7A5F8BA991}" type="parTrans" cxnId="{A5CE27BB-7B11-4420-8123-4E5781595D6F}">
      <dgm:prSet/>
      <dgm:spPr/>
      <dgm:t>
        <a:bodyPr/>
        <a:lstStyle/>
        <a:p>
          <a:endParaRPr lang="en-US"/>
        </a:p>
      </dgm:t>
    </dgm:pt>
    <dgm:pt modelId="{57A0A095-8181-4156-86FF-9178DE2EE99A}" type="sibTrans" cxnId="{A5CE27BB-7B11-4420-8123-4E5781595D6F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D7D00F0C-C007-4CE2-B13C-2F6A8EA7F14B}">
      <dgm:prSet/>
      <dgm:spPr/>
      <dgm:t>
        <a:bodyPr/>
        <a:lstStyle/>
        <a:p>
          <a:r>
            <a:rPr lang="en-GB"/>
            <a:t>Preserve provenance</a:t>
          </a:r>
          <a:endParaRPr lang="en-US"/>
        </a:p>
      </dgm:t>
    </dgm:pt>
    <dgm:pt modelId="{9A4DDA17-6901-48B3-A2D8-776D90F959C0}" type="parTrans" cxnId="{562FB97A-B163-4CBC-8D4D-74954E61B5E9}">
      <dgm:prSet/>
      <dgm:spPr/>
      <dgm:t>
        <a:bodyPr/>
        <a:lstStyle/>
        <a:p>
          <a:endParaRPr lang="en-US"/>
        </a:p>
      </dgm:t>
    </dgm:pt>
    <dgm:pt modelId="{C707DDA7-06E3-48F2-BA39-E81150868430}" type="sibTrans" cxnId="{562FB97A-B163-4CBC-8D4D-74954E61B5E9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B5DED6E0-B4AD-4977-83B6-BF9610490946}">
      <dgm:prSet/>
      <dgm:spPr/>
      <dgm:t>
        <a:bodyPr/>
        <a:lstStyle/>
        <a:p>
          <a:r>
            <a:rPr lang="en-GB"/>
            <a:t>Align dashboards with real tasks</a:t>
          </a:r>
          <a:endParaRPr lang="en-US"/>
        </a:p>
      </dgm:t>
    </dgm:pt>
    <dgm:pt modelId="{26161910-306F-4D40-BCA6-76A2A67F2C74}" type="parTrans" cxnId="{8A290631-3994-499F-B16D-8BDD1DA89F82}">
      <dgm:prSet/>
      <dgm:spPr/>
      <dgm:t>
        <a:bodyPr/>
        <a:lstStyle/>
        <a:p>
          <a:endParaRPr lang="en-US"/>
        </a:p>
      </dgm:t>
    </dgm:pt>
    <dgm:pt modelId="{2810BF4E-C257-478C-93E4-98770E6EDB49}" type="sibTrans" cxnId="{8A290631-3994-499F-B16D-8BDD1DA89F82}">
      <dgm:prSet phldrT="06" phldr="0"/>
      <dgm:spPr/>
      <dgm:t>
        <a:bodyPr/>
        <a:lstStyle/>
        <a:p>
          <a:r>
            <a:rPr lang="en-US"/>
            <a:t>06</a:t>
          </a:r>
        </a:p>
      </dgm:t>
    </dgm:pt>
    <dgm:pt modelId="{DE34A956-0884-42D4-A8BF-52C51BCF0EF0}" type="pres">
      <dgm:prSet presAssocID="{462878D1-FA5D-408A-BBCC-03DB2A701A87}" presName="Name0" presStyleCnt="0">
        <dgm:presLayoutVars>
          <dgm:animLvl val="lvl"/>
          <dgm:resizeHandles val="exact"/>
        </dgm:presLayoutVars>
      </dgm:prSet>
      <dgm:spPr/>
    </dgm:pt>
    <dgm:pt modelId="{2B95DEDB-91A0-48F4-998D-B3CD2E7C17D1}" type="pres">
      <dgm:prSet presAssocID="{1C8F82B4-CCF1-4454-9FC2-F26CBFF74C5D}" presName="compositeNode" presStyleCnt="0">
        <dgm:presLayoutVars>
          <dgm:bulletEnabled val="1"/>
        </dgm:presLayoutVars>
      </dgm:prSet>
      <dgm:spPr/>
    </dgm:pt>
    <dgm:pt modelId="{E3AB3B61-1A80-4A7F-86E7-8FD0127C7B5C}" type="pres">
      <dgm:prSet presAssocID="{1C8F82B4-CCF1-4454-9FC2-F26CBFF74C5D}" presName="bgRect" presStyleLbl="alignNode1" presStyleIdx="0" presStyleCnt="6"/>
      <dgm:spPr/>
    </dgm:pt>
    <dgm:pt modelId="{EC5AD160-8398-4CAC-82EF-0BB408EDCFFD}" type="pres">
      <dgm:prSet presAssocID="{3CB8E2A7-0671-43AE-A43C-A2B5C48719BD}" presName="sibTransNodeRect" presStyleLbl="alignNode1" presStyleIdx="0" presStyleCnt="6">
        <dgm:presLayoutVars>
          <dgm:chMax val="0"/>
          <dgm:bulletEnabled val="1"/>
        </dgm:presLayoutVars>
      </dgm:prSet>
      <dgm:spPr/>
    </dgm:pt>
    <dgm:pt modelId="{2F66A73C-7405-4010-9238-41B1BF2C3B4F}" type="pres">
      <dgm:prSet presAssocID="{1C8F82B4-CCF1-4454-9FC2-F26CBFF74C5D}" presName="nodeRect" presStyleLbl="alignNode1" presStyleIdx="0" presStyleCnt="6">
        <dgm:presLayoutVars>
          <dgm:bulletEnabled val="1"/>
        </dgm:presLayoutVars>
      </dgm:prSet>
      <dgm:spPr/>
    </dgm:pt>
    <dgm:pt modelId="{9E681956-B07A-4F4F-9241-1320D598AC6D}" type="pres">
      <dgm:prSet presAssocID="{3CB8E2A7-0671-43AE-A43C-A2B5C48719BD}" presName="sibTrans" presStyleCnt="0"/>
      <dgm:spPr/>
    </dgm:pt>
    <dgm:pt modelId="{4B12B4BF-7214-4953-A07F-7967046646DF}" type="pres">
      <dgm:prSet presAssocID="{015CB278-27AD-4A29-B65D-EE71D058F8B2}" presName="compositeNode" presStyleCnt="0">
        <dgm:presLayoutVars>
          <dgm:bulletEnabled val="1"/>
        </dgm:presLayoutVars>
      </dgm:prSet>
      <dgm:spPr/>
    </dgm:pt>
    <dgm:pt modelId="{BE9341D6-6A87-4607-BBC2-A5DC8822148C}" type="pres">
      <dgm:prSet presAssocID="{015CB278-27AD-4A29-B65D-EE71D058F8B2}" presName="bgRect" presStyleLbl="alignNode1" presStyleIdx="1" presStyleCnt="6"/>
      <dgm:spPr/>
    </dgm:pt>
    <dgm:pt modelId="{4F36F98D-188B-413A-925E-126CAAD4E28A}" type="pres">
      <dgm:prSet presAssocID="{FCABE807-8E45-4F53-A811-00DA7AAD1126}" presName="sibTransNodeRect" presStyleLbl="alignNode1" presStyleIdx="1" presStyleCnt="6">
        <dgm:presLayoutVars>
          <dgm:chMax val="0"/>
          <dgm:bulletEnabled val="1"/>
        </dgm:presLayoutVars>
      </dgm:prSet>
      <dgm:spPr/>
    </dgm:pt>
    <dgm:pt modelId="{1AE9FB98-36F7-46C2-8651-AE20923703C0}" type="pres">
      <dgm:prSet presAssocID="{015CB278-27AD-4A29-B65D-EE71D058F8B2}" presName="nodeRect" presStyleLbl="alignNode1" presStyleIdx="1" presStyleCnt="6">
        <dgm:presLayoutVars>
          <dgm:bulletEnabled val="1"/>
        </dgm:presLayoutVars>
      </dgm:prSet>
      <dgm:spPr/>
    </dgm:pt>
    <dgm:pt modelId="{08A21340-258B-49EE-BD9E-4CBDF9CBA36B}" type="pres">
      <dgm:prSet presAssocID="{FCABE807-8E45-4F53-A811-00DA7AAD1126}" presName="sibTrans" presStyleCnt="0"/>
      <dgm:spPr/>
    </dgm:pt>
    <dgm:pt modelId="{1F4F0CC5-781A-407C-BE36-E8C74F08C5ED}" type="pres">
      <dgm:prSet presAssocID="{90D0A2B8-F9A2-4EE6-A036-AF2BC04047F9}" presName="compositeNode" presStyleCnt="0">
        <dgm:presLayoutVars>
          <dgm:bulletEnabled val="1"/>
        </dgm:presLayoutVars>
      </dgm:prSet>
      <dgm:spPr/>
    </dgm:pt>
    <dgm:pt modelId="{2CF9968F-4421-4B44-A85F-8F6C36B1E4E1}" type="pres">
      <dgm:prSet presAssocID="{90D0A2B8-F9A2-4EE6-A036-AF2BC04047F9}" presName="bgRect" presStyleLbl="alignNode1" presStyleIdx="2" presStyleCnt="6"/>
      <dgm:spPr/>
    </dgm:pt>
    <dgm:pt modelId="{3BBFE501-EE79-4851-AC54-BCC7E2A6894D}" type="pres">
      <dgm:prSet presAssocID="{78C08C29-2C7E-4563-A26F-07867AACEABB}" presName="sibTransNodeRect" presStyleLbl="alignNode1" presStyleIdx="2" presStyleCnt="6">
        <dgm:presLayoutVars>
          <dgm:chMax val="0"/>
          <dgm:bulletEnabled val="1"/>
        </dgm:presLayoutVars>
      </dgm:prSet>
      <dgm:spPr/>
    </dgm:pt>
    <dgm:pt modelId="{92336030-E107-4413-B8BA-D354DEF56699}" type="pres">
      <dgm:prSet presAssocID="{90D0A2B8-F9A2-4EE6-A036-AF2BC04047F9}" presName="nodeRect" presStyleLbl="alignNode1" presStyleIdx="2" presStyleCnt="6">
        <dgm:presLayoutVars>
          <dgm:bulletEnabled val="1"/>
        </dgm:presLayoutVars>
      </dgm:prSet>
      <dgm:spPr/>
    </dgm:pt>
    <dgm:pt modelId="{476CCB13-868C-410A-BC02-C4D84B819D79}" type="pres">
      <dgm:prSet presAssocID="{78C08C29-2C7E-4563-A26F-07867AACEABB}" presName="sibTrans" presStyleCnt="0"/>
      <dgm:spPr/>
    </dgm:pt>
    <dgm:pt modelId="{FB7EFB0E-4204-46FF-8BC6-2778774646FC}" type="pres">
      <dgm:prSet presAssocID="{638905A2-E290-4FD6-8780-F24E2FE32E36}" presName="compositeNode" presStyleCnt="0">
        <dgm:presLayoutVars>
          <dgm:bulletEnabled val="1"/>
        </dgm:presLayoutVars>
      </dgm:prSet>
      <dgm:spPr/>
    </dgm:pt>
    <dgm:pt modelId="{092F293F-6C23-4DE8-8635-0D892B148AB0}" type="pres">
      <dgm:prSet presAssocID="{638905A2-E290-4FD6-8780-F24E2FE32E36}" presName="bgRect" presStyleLbl="alignNode1" presStyleIdx="3" presStyleCnt="6"/>
      <dgm:spPr/>
    </dgm:pt>
    <dgm:pt modelId="{2336EC19-087E-401E-A518-7DE085883450}" type="pres">
      <dgm:prSet presAssocID="{57A0A095-8181-4156-86FF-9178DE2EE99A}" presName="sibTransNodeRect" presStyleLbl="alignNode1" presStyleIdx="3" presStyleCnt="6">
        <dgm:presLayoutVars>
          <dgm:chMax val="0"/>
          <dgm:bulletEnabled val="1"/>
        </dgm:presLayoutVars>
      </dgm:prSet>
      <dgm:spPr/>
    </dgm:pt>
    <dgm:pt modelId="{C5BE5B81-F9B6-49FC-AB6A-A10FB24F7FA7}" type="pres">
      <dgm:prSet presAssocID="{638905A2-E290-4FD6-8780-F24E2FE32E36}" presName="nodeRect" presStyleLbl="alignNode1" presStyleIdx="3" presStyleCnt="6">
        <dgm:presLayoutVars>
          <dgm:bulletEnabled val="1"/>
        </dgm:presLayoutVars>
      </dgm:prSet>
      <dgm:spPr/>
    </dgm:pt>
    <dgm:pt modelId="{F26757CD-65F2-47F4-9D3A-B3E0B174B511}" type="pres">
      <dgm:prSet presAssocID="{57A0A095-8181-4156-86FF-9178DE2EE99A}" presName="sibTrans" presStyleCnt="0"/>
      <dgm:spPr/>
    </dgm:pt>
    <dgm:pt modelId="{6D190869-11B3-45D4-AE35-EA9693443BFC}" type="pres">
      <dgm:prSet presAssocID="{D7D00F0C-C007-4CE2-B13C-2F6A8EA7F14B}" presName="compositeNode" presStyleCnt="0">
        <dgm:presLayoutVars>
          <dgm:bulletEnabled val="1"/>
        </dgm:presLayoutVars>
      </dgm:prSet>
      <dgm:spPr/>
    </dgm:pt>
    <dgm:pt modelId="{E7C436FA-0430-464E-841D-89E48BAC83DB}" type="pres">
      <dgm:prSet presAssocID="{D7D00F0C-C007-4CE2-B13C-2F6A8EA7F14B}" presName="bgRect" presStyleLbl="alignNode1" presStyleIdx="4" presStyleCnt="6"/>
      <dgm:spPr/>
    </dgm:pt>
    <dgm:pt modelId="{AC2B16D0-3D33-40D3-8B78-27EC225AB3C1}" type="pres">
      <dgm:prSet presAssocID="{C707DDA7-06E3-48F2-BA39-E81150868430}" presName="sibTransNodeRect" presStyleLbl="alignNode1" presStyleIdx="4" presStyleCnt="6">
        <dgm:presLayoutVars>
          <dgm:chMax val="0"/>
          <dgm:bulletEnabled val="1"/>
        </dgm:presLayoutVars>
      </dgm:prSet>
      <dgm:spPr/>
    </dgm:pt>
    <dgm:pt modelId="{44C49E5B-AD5D-46B6-9BA0-09C4A3F7A63F}" type="pres">
      <dgm:prSet presAssocID="{D7D00F0C-C007-4CE2-B13C-2F6A8EA7F14B}" presName="nodeRect" presStyleLbl="alignNode1" presStyleIdx="4" presStyleCnt="6">
        <dgm:presLayoutVars>
          <dgm:bulletEnabled val="1"/>
        </dgm:presLayoutVars>
      </dgm:prSet>
      <dgm:spPr/>
    </dgm:pt>
    <dgm:pt modelId="{94E27A61-6899-4031-92B4-2CAA6AABB6D4}" type="pres">
      <dgm:prSet presAssocID="{C707DDA7-06E3-48F2-BA39-E81150868430}" presName="sibTrans" presStyleCnt="0"/>
      <dgm:spPr/>
    </dgm:pt>
    <dgm:pt modelId="{D8E95183-627A-49B7-A3F4-18A0CCE31236}" type="pres">
      <dgm:prSet presAssocID="{B5DED6E0-B4AD-4977-83B6-BF9610490946}" presName="compositeNode" presStyleCnt="0">
        <dgm:presLayoutVars>
          <dgm:bulletEnabled val="1"/>
        </dgm:presLayoutVars>
      </dgm:prSet>
      <dgm:spPr/>
    </dgm:pt>
    <dgm:pt modelId="{E1170AD4-6C23-461F-8F53-92C01D123599}" type="pres">
      <dgm:prSet presAssocID="{B5DED6E0-B4AD-4977-83B6-BF9610490946}" presName="bgRect" presStyleLbl="alignNode1" presStyleIdx="5" presStyleCnt="6"/>
      <dgm:spPr/>
    </dgm:pt>
    <dgm:pt modelId="{331C899B-8DA3-4E93-8769-01CAFBC620A3}" type="pres">
      <dgm:prSet presAssocID="{2810BF4E-C257-478C-93E4-98770E6EDB49}" presName="sibTransNodeRect" presStyleLbl="alignNode1" presStyleIdx="5" presStyleCnt="6">
        <dgm:presLayoutVars>
          <dgm:chMax val="0"/>
          <dgm:bulletEnabled val="1"/>
        </dgm:presLayoutVars>
      </dgm:prSet>
      <dgm:spPr/>
    </dgm:pt>
    <dgm:pt modelId="{50A26E06-1DD2-480B-B206-217366F34DDA}" type="pres">
      <dgm:prSet presAssocID="{B5DED6E0-B4AD-4977-83B6-BF9610490946}" presName="nodeRect" presStyleLbl="alignNode1" presStyleIdx="5" presStyleCnt="6">
        <dgm:presLayoutVars>
          <dgm:bulletEnabled val="1"/>
        </dgm:presLayoutVars>
      </dgm:prSet>
      <dgm:spPr/>
    </dgm:pt>
  </dgm:ptLst>
  <dgm:cxnLst>
    <dgm:cxn modelId="{19F39E1A-58A0-40E8-8A7D-7140281617BD}" type="presOf" srcId="{D7D00F0C-C007-4CE2-B13C-2F6A8EA7F14B}" destId="{44C49E5B-AD5D-46B6-9BA0-09C4A3F7A63F}" srcOrd="1" destOrd="0" presId="urn:microsoft.com/office/officeart/2016/7/layout/LinearBlockProcessNumbered"/>
    <dgm:cxn modelId="{02981927-1F09-48A2-8D38-10A00C5D8EF4}" srcId="{462878D1-FA5D-408A-BBCC-03DB2A701A87}" destId="{90D0A2B8-F9A2-4EE6-A036-AF2BC04047F9}" srcOrd="2" destOrd="0" parTransId="{0B0760D1-539F-45EE-8139-C373B85DD823}" sibTransId="{78C08C29-2C7E-4563-A26F-07867AACEABB}"/>
    <dgm:cxn modelId="{0C687A2B-B297-44AA-82D2-D5685B3EB3B9}" type="presOf" srcId="{D7D00F0C-C007-4CE2-B13C-2F6A8EA7F14B}" destId="{E7C436FA-0430-464E-841D-89E48BAC83DB}" srcOrd="0" destOrd="0" presId="urn:microsoft.com/office/officeart/2016/7/layout/LinearBlockProcessNumbered"/>
    <dgm:cxn modelId="{8FAD432D-258E-4DDE-BC9D-A703B84B29F5}" type="presOf" srcId="{015CB278-27AD-4A29-B65D-EE71D058F8B2}" destId="{BE9341D6-6A87-4607-BBC2-A5DC8822148C}" srcOrd="0" destOrd="0" presId="urn:microsoft.com/office/officeart/2016/7/layout/LinearBlockProcessNumbered"/>
    <dgm:cxn modelId="{8A290631-3994-499F-B16D-8BDD1DA89F82}" srcId="{462878D1-FA5D-408A-BBCC-03DB2A701A87}" destId="{B5DED6E0-B4AD-4977-83B6-BF9610490946}" srcOrd="5" destOrd="0" parTransId="{26161910-306F-4D40-BCA6-76A2A67F2C74}" sibTransId="{2810BF4E-C257-478C-93E4-98770E6EDB49}"/>
    <dgm:cxn modelId="{59FF7F63-DB84-488E-A73B-88C94490B986}" type="presOf" srcId="{78C08C29-2C7E-4563-A26F-07867AACEABB}" destId="{3BBFE501-EE79-4851-AC54-BCC7E2A6894D}" srcOrd="0" destOrd="0" presId="urn:microsoft.com/office/officeart/2016/7/layout/LinearBlockProcessNumbered"/>
    <dgm:cxn modelId="{4E5CA848-2989-4F09-A936-E6AAC10A29A2}" type="presOf" srcId="{B5DED6E0-B4AD-4977-83B6-BF9610490946}" destId="{E1170AD4-6C23-461F-8F53-92C01D123599}" srcOrd="0" destOrd="0" presId="urn:microsoft.com/office/officeart/2016/7/layout/LinearBlockProcessNumbered"/>
    <dgm:cxn modelId="{48FB0D6B-7736-4381-AA15-B0CE6090287D}" type="presOf" srcId="{90D0A2B8-F9A2-4EE6-A036-AF2BC04047F9}" destId="{2CF9968F-4421-4B44-A85F-8F6C36B1E4E1}" srcOrd="0" destOrd="0" presId="urn:microsoft.com/office/officeart/2016/7/layout/LinearBlockProcessNumbered"/>
    <dgm:cxn modelId="{86356C4C-4EA6-4F85-A980-FFAE28C2A281}" type="presOf" srcId="{3CB8E2A7-0671-43AE-A43C-A2B5C48719BD}" destId="{EC5AD160-8398-4CAC-82EF-0BB408EDCFFD}" srcOrd="0" destOrd="0" presId="urn:microsoft.com/office/officeart/2016/7/layout/LinearBlockProcessNumbered"/>
    <dgm:cxn modelId="{97711E6D-A93D-46CC-AA29-371AFDA729D2}" srcId="{462878D1-FA5D-408A-BBCC-03DB2A701A87}" destId="{1C8F82B4-CCF1-4454-9FC2-F26CBFF74C5D}" srcOrd="0" destOrd="0" parTransId="{A17F1046-F663-468F-9F2D-95CBED7FF9E1}" sibTransId="{3CB8E2A7-0671-43AE-A43C-A2B5C48719BD}"/>
    <dgm:cxn modelId="{8D858E4F-1EEF-43B0-8710-3296914EEF10}" type="presOf" srcId="{1C8F82B4-CCF1-4454-9FC2-F26CBFF74C5D}" destId="{2F66A73C-7405-4010-9238-41B1BF2C3B4F}" srcOrd="1" destOrd="0" presId="urn:microsoft.com/office/officeart/2016/7/layout/LinearBlockProcessNumbered"/>
    <dgm:cxn modelId="{B8377750-3386-4C23-85F2-4D4320784402}" type="presOf" srcId="{57A0A095-8181-4156-86FF-9178DE2EE99A}" destId="{2336EC19-087E-401E-A518-7DE085883450}" srcOrd="0" destOrd="0" presId="urn:microsoft.com/office/officeart/2016/7/layout/LinearBlockProcessNumbered"/>
    <dgm:cxn modelId="{82C3A575-EDE6-43C5-B809-B7D94A3E450B}" type="presOf" srcId="{2810BF4E-C257-478C-93E4-98770E6EDB49}" destId="{331C899B-8DA3-4E93-8769-01CAFBC620A3}" srcOrd="0" destOrd="0" presId="urn:microsoft.com/office/officeart/2016/7/layout/LinearBlockProcessNumbered"/>
    <dgm:cxn modelId="{562FB97A-B163-4CBC-8D4D-74954E61B5E9}" srcId="{462878D1-FA5D-408A-BBCC-03DB2A701A87}" destId="{D7D00F0C-C007-4CE2-B13C-2F6A8EA7F14B}" srcOrd="4" destOrd="0" parTransId="{9A4DDA17-6901-48B3-A2D8-776D90F959C0}" sibTransId="{C707DDA7-06E3-48F2-BA39-E81150868430}"/>
    <dgm:cxn modelId="{6188C67A-F311-4299-A873-BE85BE61F4A9}" type="presOf" srcId="{FCABE807-8E45-4F53-A811-00DA7AAD1126}" destId="{4F36F98D-188B-413A-925E-126CAAD4E28A}" srcOrd="0" destOrd="0" presId="urn:microsoft.com/office/officeart/2016/7/layout/LinearBlockProcessNumbered"/>
    <dgm:cxn modelId="{A17A5D84-D410-45DE-90F1-FCFFAA27C905}" type="presOf" srcId="{462878D1-FA5D-408A-BBCC-03DB2A701A87}" destId="{DE34A956-0884-42D4-A8BF-52C51BCF0EF0}" srcOrd="0" destOrd="0" presId="urn:microsoft.com/office/officeart/2016/7/layout/LinearBlockProcessNumbered"/>
    <dgm:cxn modelId="{88A4C29C-CA08-4606-BD21-77ACFBFA8D40}" type="presOf" srcId="{1C8F82B4-CCF1-4454-9FC2-F26CBFF74C5D}" destId="{E3AB3B61-1A80-4A7F-86E7-8FD0127C7B5C}" srcOrd="0" destOrd="0" presId="urn:microsoft.com/office/officeart/2016/7/layout/LinearBlockProcessNumbered"/>
    <dgm:cxn modelId="{A90F2CA2-DDB3-4A70-85ED-5C9B0DB4378F}" type="presOf" srcId="{B5DED6E0-B4AD-4977-83B6-BF9610490946}" destId="{50A26E06-1DD2-480B-B206-217366F34DDA}" srcOrd="1" destOrd="0" presId="urn:microsoft.com/office/officeart/2016/7/layout/LinearBlockProcessNumbered"/>
    <dgm:cxn modelId="{0DDAE1AB-9763-413F-BAF9-135EE761D0C7}" type="presOf" srcId="{638905A2-E290-4FD6-8780-F24E2FE32E36}" destId="{C5BE5B81-F9B6-49FC-AB6A-A10FB24F7FA7}" srcOrd="1" destOrd="0" presId="urn:microsoft.com/office/officeart/2016/7/layout/LinearBlockProcessNumbered"/>
    <dgm:cxn modelId="{A5CE27BB-7B11-4420-8123-4E5781595D6F}" srcId="{462878D1-FA5D-408A-BBCC-03DB2A701A87}" destId="{638905A2-E290-4FD6-8780-F24E2FE32E36}" srcOrd="3" destOrd="0" parTransId="{9E818C80-8791-4945-96F8-8A7A5F8BA991}" sibTransId="{57A0A095-8181-4156-86FF-9178DE2EE99A}"/>
    <dgm:cxn modelId="{ED2FC9C1-FF48-4968-AF0C-2102CB639E43}" type="presOf" srcId="{015CB278-27AD-4A29-B65D-EE71D058F8B2}" destId="{1AE9FB98-36F7-46C2-8651-AE20923703C0}" srcOrd="1" destOrd="0" presId="urn:microsoft.com/office/officeart/2016/7/layout/LinearBlockProcessNumbered"/>
    <dgm:cxn modelId="{BBFB2DC5-4504-40DB-883F-AF5F8AF57870}" type="presOf" srcId="{90D0A2B8-F9A2-4EE6-A036-AF2BC04047F9}" destId="{92336030-E107-4413-B8BA-D354DEF56699}" srcOrd="1" destOrd="0" presId="urn:microsoft.com/office/officeart/2016/7/layout/LinearBlockProcessNumbered"/>
    <dgm:cxn modelId="{BEDA7FCA-7F63-4727-B20C-0C4559E5C5DF}" type="presOf" srcId="{C707DDA7-06E3-48F2-BA39-E81150868430}" destId="{AC2B16D0-3D33-40D3-8B78-27EC225AB3C1}" srcOrd="0" destOrd="0" presId="urn:microsoft.com/office/officeart/2016/7/layout/LinearBlockProcessNumbered"/>
    <dgm:cxn modelId="{39907ECC-533A-426C-AA94-3E9F9ACCC671}" srcId="{462878D1-FA5D-408A-BBCC-03DB2A701A87}" destId="{015CB278-27AD-4A29-B65D-EE71D058F8B2}" srcOrd="1" destOrd="0" parTransId="{D2D3B67A-E4D6-4136-8D75-BAB3E63FCF64}" sibTransId="{FCABE807-8E45-4F53-A811-00DA7AAD1126}"/>
    <dgm:cxn modelId="{322784E6-32A1-487E-A2EF-240064CEF2D9}" type="presOf" srcId="{638905A2-E290-4FD6-8780-F24E2FE32E36}" destId="{092F293F-6C23-4DE8-8635-0D892B148AB0}" srcOrd="0" destOrd="0" presId="urn:microsoft.com/office/officeart/2016/7/layout/LinearBlockProcessNumbered"/>
    <dgm:cxn modelId="{85BB9E3F-51BE-4A77-A964-51D0063868F6}" type="presParOf" srcId="{DE34A956-0884-42D4-A8BF-52C51BCF0EF0}" destId="{2B95DEDB-91A0-48F4-998D-B3CD2E7C17D1}" srcOrd="0" destOrd="0" presId="urn:microsoft.com/office/officeart/2016/7/layout/LinearBlockProcessNumbered"/>
    <dgm:cxn modelId="{0461A679-1B8E-40C5-81A0-CA70E01550F5}" type="presParOf" srcId="{2B95DEDB-91A0-48F4-998D-B3CD2E7C17D1}" destId="{E3AB3B61-1A80-4A7F-86E7-8FD0127C7B5C}" srcOrd="0" destOrd="0" presId="urn:microsoft.com/office/officeart/2016/7/layout/LinearBlockProcessNumbered"/>
    <dgm:cxn modelId="{49C1EF4B-5CD2-43F3-805A-B8DEED002259}" type="presParOf" srcId="{2B95DEDB-91A0-48F4-998D-B3CD2E7C17D1}" destId="{EC5AD160-8398-4CAC-82EF-0BB408EDCFFD}" srcOrd="1" destOrd="0" presId="urn:microsoft.com/office/officeart/2016/7/layout/LinearBlockProcessNumbered"/>
    <dgm:cxn modelId="{7E6490AB-6FD8-4C9A-B509-4422D6F0F98F}" type="presParOf" srcId="{2B95DEDB-91A0-48F4-998D-B3CD2E7C17D1}" destId="{2F66A73C-7405-4010-9238-41B1BF2C3B4F}" srcOrd="2" destOrd="0" presId="urn:microsoft.com/office/officeart/2016/7/layout/LinearBlockProcessNumbered"/>
    <dgm:cxn modelId="{AA749F87-C889-4039-B943-DCA053C2550E}" type="presParOf" srcId="{DE34A956-0884-42D4-A8BF-52C51BCF0EF0}" destId="{9E681956-B07A-4F4F-9241-1320D598AC6D}" srcOrd="1" destOrd="0" presId="urn:microsoft.com/office/officeart/2016/7/layout/LinearBlockProcessNumbered"/>
    <dgm:cxn modelId="{CBB4DA55-64CF-4165-963B-6E4DCBBFCB6F}" type="presParOf" srcId="{DE34A956-0884-42D4-A8BF-52C51BCF0EF0}" destId="{4B12B4BF-7214-4953-A07F-7967046646DF}" srcOrd="2" destOrd="0" presId="urn:microsoft.com/office/officeart/2016/7/layout/LinearBlockProcessNumbered"/>
    <dgm:cxn modelId="{01FC00EA-23AD-4711-9BA2-A4D19861C715}" type="presParOf" srcId="{4B12B4BF-7214-4953-A07F-7967046646DF}" destId="{BE9341D6-6A87-4607-BBC2-A5DC8822148C}" srcOrd="0" destOrd="0" presId="urn:microsoft.com/office/officeart/2016/7/layout/LinearBlockProcessNumbered"/>
    <dgm:cxn modelId="{097894B6-DD09-4750-BBFB-5DF0DFA435B4}" type="presParOf" srcId="{4B12B4BF-7214-4953-A07F-7967046646DF}" destId="{4F36F98D-188B-413A-925E-126CAAD4E28A}" srcOrd="1" destOrd="0" presId="urn:microsoft.com/office/officeart/2016/7/layout/LinearBlockProcessNumbered"/>
    <dgm:cxn modelId="{D7CCDA61-9367-4D47-8E4A-FE587EF2CDA7}" type="presParOf" srcId="{4B12B4BF-7214-4953-A07F-7967046646DF}" destId="{1AE9FB98-36F7-46C2-8651-AE20923703C0}" srcOrd="2" destOrd="0" presId="urn:microsoft.com/office/officeart/2016/7/layout/LinearBlockProcessNumbered"/>
    <dgm:cxn modelId="{2D51447C-52B8-4E63-82E7-E837C8784838}" type="presParOf" srcId="{DE34A956-0884-42D4-A8BF-52C51BCF0EF0}" destId="{08A21340-258B-49EE-BD9E-4CBDF9CBA36B}" srcOrd="3" destOrd="0" presId="urn:microsoft.com/office/officeart/2016/7/layout/LinearBlockProcessNumbered"/>
    <dgm:cxn modelId="{2D22D035-42E6-4904-AFB0-5B136C1F2A3B}" type="presParOf" srcId="{DE34A956-0884-42D4-A8BF-52C51BCF0EF0}" destId="{1F4F0CC5-781A-407C-BE36-E8C74F08C5ED}" srcOrd="4" destOrd="0" presId="urn:microsoft.com/office/officeart/2016/7/layout/LinearBlockProcessNumbered"/>
    <dgm:cxn modelId="{0E8F14B3-AD90-48A3-B204-11AEC3999F52}" type="presParOf" srcId="{1F4F0CC5-781A-407C-BE36-E8C74F08C5ED}" destId="{2CF9968F-4421-4B44-A85F-8F6C36B1E4E1}" srcOrd="0" destOrd="0" presId="urn:microsoft.com/office/officeart/2016/7/layout/LinearBlockProcessNumbered"/>
    <dgm:cxn modelId="{8B7C7818-D263-4090-A956-F51E1AE85DBE}" type="presParOf" srcId="{1F4F0CC5-781A-407C-BE36-E8C74F08C5ED}" destId="{3BBFE501-EE79-4851-AC54-BCC7E2A6894D}" srcOrd="1" destOrd="0" presId="urn:microsoft.com/office/officeart/2016/7/layout/LinearBlockProcessNumbered"/>
    <dgm:cxn modelId="{9686723C-EFFD-4FBC-8EF6-4E6B297EC884}" type="presParOf" srcId="{1F4F0CC5-781A-407C-BE36-E8C74F08C5ED}" destId="{92336030-E107-4413-B8BA-D354DEF56699}" srcOrd="2" destOrd="0" presId="urn:microsoft.com/office/officeart/2016/7/layout/LinearBlockProcessNumbered"/>
    <dgm:cxn modelId="{00F39B63-C9A9-49D7-8781-82DB396235B2}" type="presParOf" srcId="{DE34A956-0884-42D4-A8BF-52C51BCF0EF0}" destId="{476CCB13-868C-410A-BC02-C4D84B819D79}" srcOrd="5" destOrd="0" presId="urn:microsoft.com/office/officeart/2016/7/layout/LinearBlockProcessNumbered"/>
    <dgm:cxn modelId="{51DB6567-55FE-4F4C-89FA-17201E8FD23E}" type="presParOf" srcId="{DE34A956-0884-42D4-A8BF-52C51BCF0EF0}" destId="{FB7EFB0E-4204-46FF-8BC6-2778774646FC}" srcOrd="6" destOrd="0" presId="urn:microsoft.com/office/officeart/2016/7/layout/LinearBlockProcessNumbered"/>
    <dgm:cxn modelId="{16028D68-0EA0-428C-B120-C189D04DF1F8}" type="presParOf" srcId="{FB7EFB0E-4204-46FF-8BC6-2778774646FC}" destId="{092F293F-6C23-4DE8-8635-0D892B148AB0}" srcOrd="0" destOrd="0" presId="urn:microsoft.com/office/officeart/2016/7/layout/LinearBlockProcessNumbered"/>
    <dgm:cxn modelId="{5398E0AD-6BCD-4792-935B-F03032DFC6AF}" type="presParOf" srcId="{FB7EFB0E-4204-46FF-8BC6-2778774646FC}" destId="{2336EC19-087E-401E-A518-7DE085883450}" srcOrd="1" destOrd="0" presId="urn:microsoft.com/office/officeart/2016/7/layout/LinearBlockProcessNumbered"/>
    <dgm:cxn modelId="{82CADB8A-9E9C-4F11-B304-42651FC9DA8E}" type="presParOf" srcId="{FB7EFB0E-4204-46FF-8BC6-2778774646FC}" destId="{C5BE5B81-F9B6-49FC-AB6A-A10FB24F7FA7}" srcOrd="2" destOrd="0" presId="urn:microsoft.com/office/officeart/2016/7/layout/LinearBlockProcessNumbered"/>
    <dgm:cxn modelId="{C1D012B1-115D-4016-88C4-CBFD05BAD11C}" type="presParOf" srcId="{DE34A956-0884-42D4-A8BF-52C51BCF0EF0}" destId="{F26757CD-65F2-47F4-9D3A-B3E0B174B511}" srcOrd="7" destOrd="0" presId="urn:microsoft.com/office/officeart/2016/7/layout/LinearBlockProcessNumbered"/>
    <dgm:cxn modelId="{16A8551A-FEA7-4E3A-BE58-F639C9D2563C}" type="presParOf" srcId="{DE34A956-0884-42D4-A8BF-52C51BCF0EF0}" destId="{6D190869-11B3-45D4-AE35-EA9693443BFC}" srcOrd="8" destOrd="0" presId="urn:microsoft.com/office/officeart/2016/7/layout/LinearBlockProcessNumbered"/>
    <dgm:cxn modelId="{D9AD4D24-154E-41A9-8124-80D0934C322E}" type="presParOf" srcId="{6D190869-11B3-45D4-AE35-EA9693443BFC}" destId="{E7C436FA-0430-464E-841D-89E48BAC83DB}" srcOrd="0" destOrd="0" presId="urn:microsoft.com/office/officeart/2016/7/layout/LinearBlockProcessNumbered"/>
    <dgm:cxn modelId="{C3771379-7A0E-4433-B5DB-07B6787387D5}" type="presParOf" srcId="{6D190869-11B3-45D4-AE35-EA9693443BFC}" destId="{AC2B16D0-3D33-40D3-8B78-27EC225AB3C1}" srcOrd="1" destOrd="0" presId="urn:microsoft.com/office/officeart/2016/7/layout/LinearBlockProcessNumbered"/>
    <dgm:cxn modelId="{23E38989-275F-46AB-B07C-00DDE8452EB5}" type="presParOf" srcId="{6D190869-11B3-45D4-AE35-EA9693443BFC}" destId="{44C49E5B-AD5D-46B6-9BA0-09C4A3F7A63F}" srcOrd="2" destOrd="0" presId="urn:microsoft.com/office/officeart/2016/7/layout/LinearBlockProcessNumbered"/>
    <dgm:cxn modelId="{E14506DB-20EE-4743-910A-CC3E888D5291}" type="presParOf" srcId="{DE34A956-0884-42D4-A8BF-52C51BCF0EF0}" destId="{94E27A61-6899-4031-92B4-2CAA6AABB6D4}" srcOrd="9" destOrd="0" presId="urn:microsoft.com/office/officeart/2016/7/layout/LinearBlockProcessNumbered"/>
    <dgm:cxn modelId="{2F3F0174-2432-4A8A-A349-8618EFC5F60B}" type="presParOf" srcId="{DE34A956-0884-42D4-A8BF-52C51BCF0EF0}" destId="{D8E95183-627A-49B7-A3F4-18A0CCE31236}" srcOrd="10" destOrd="0" presId="urn:microsoft.com/office/officeart/2016/7/layout/LinearBlockProcessNumbered"/>
    <dgm:cxn modelId="{F68E2E5E-D798-4C62-82CF-61955AAD24C1}" type="presParOf" srcId="{D8E95183-627A-49B7-A3F4-18A0CCE31236}" destId="{E1170AD4-6C23-461F-8F53-92C01D123599}" srcOrd="0" destOrd="0" presId="urn:microsoft.com/office/officeart/2016/7/layout/LinearBlockProcessNumbered"/>
    <dgm:cxn modelId="{2BF95C1D-1684-4FA7-9EF6-B9DB4FE16942}" type="presParOf" srcId="{D8E95183-627A-49B7-A3F4-18A0CCE31236}" destId="{331C899B-8DA3-4E93-8769-01CAFBC620A3}" srcOrd="1" destOrd="0" presId="urn:microsoft.com/office/officeart/2016/7/layout/LinearBlockProcessNumbered"/>
    <dgm:cxn modelId="{FB70256B-8964-4C12-B6D9-362E61C25046}" type="presParOf" srcId="{D8E95183-627A-49B7-A3F4-18A0CCE31236}" destId="{50A26E06-1DD2-480B-B206-217366F34DDA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8DEB57C-7671-4435-9A5A-05EB59D05BD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71EC4F0-FB9C-485F-830A-5AF2579CA95E}">
      <dgm:prSet/>
      <dgm:spPr/>
      <dgm:t>
        <a:bodyPr/>
        <a:lstStyle/>
        <a:p>
          <a:r>
            <a:rPr lang="en-GB"/>
            <a:t>Digital referral integration</a:t>
          </a:r>
          <a:endParaRPr lang="en-US"/>
        </a:p>
      </dgm:t>
    </dgm:pt>
    <dgm:pt modelId="{99D94966-BEAB-48D0-9F46-DB72D3F88028}" type="parTrans" cxnId="{70A4C842-EB7A-499D-843C-DE295F4ABADF}">
      <dgm:prSet/>
      <dgm:spPr/>
      <dgm:t>
        <a:bodyPr/>
        <a:lstStyle/>
        <a:p>
          <a:endParaRPr lang="en-US"/>
        </a:p>
      </dgm:t>
    </dgm:pt>
    <dgm:pt modelId="{C6B70941-4612-422F-BBE4-783544DB5CCF}" type="sibTrans" cxnId="{70A4C842-EB7A-499D-843C-DE295F4ABADF}">
      <dgm:prSet/>
      <dgm:spPr/>
      <dgm:t>
        <a:bodyPr/>
        <a:lstStyle/>
        <a:p>
          <a:endParaRPr lang="en-US"/>
        </a:p>
      </dgm:t>
    </dgm:pt>
    <dgm:pt modelId="{CE7E5409-60E6-4AB1-BEAE-1080F5F8D107}">
      <dgm:prSet/>
      <dgm:spPr/>
      <dgm:t>
        <a:bodyPr/>
        <a:lstStyle/>
        <a:p>
          <a:r>
            <a:rPr lang="en-GB"/>
            <a:t>SACT dataset integration</a:t>
          </a:r>
          <a:endParaRPr lang="en-US"/>
        </a:p>
      </dgm:t>
    </dgm:pt>
    <dgm:pt modelId="{8CC285C3-1D3A-4904-BDD3-278C106C6030}" type="parTrans" cxnId="{5F90CFDB-7F8C-411D-91C2-D6B62A7B28E9}">
      <dgm:prSet/>
      <dgm:spPr/>
      <dgm:t>
        <a:bodyPr/>
        <a:lstStyle/>
        <a:p>
          <a:endParaRPr lang="en-US"/>
        </a:p>
      </dgm:t>
    </dgm:pt>
    <dgm:pt modelId="{1AAD4218-8D3C-4E8A-BD2A-CE69635C5B15}" type="sibTrans" cxnId="{5F90CFDB-7F8C-411D-91C2-D6B62A7B28E9}">
      <dgm:prSet/>
      <dgm:spPr/>
      <dgm:t>
        <a:bodyPr/>
        <a:lstStyle/>
        <a:p>
          <a:endParaRPr lang="en-US"/>
        </a:p>
      </dgm:t>
    </dgm:pt>
    <dgm:pt modelId="{14A67095-CD0D-4D18-8146-83749491FCE9}">
      <dgm:prSet/>
      <dgm:spPr/>
      <dgm:t>
        <a:bodyPr/>
        <a:lstStyle/>
        <a:p>
          <a:r>
            <a:rPr lang="en-GB"/>
            <a:t>Decomposition of CT → Treatment workflow</a:t>
          </a:r>
          <a:endParaRPr lang="en-US"/>
        </a:p>
      </dgm:t>
    </dgm:pt>
    <dgm:pt modelId="{35CADBD9-F2CE-4674-B508-24C0F1E443F7}" type="parTrans" cxnId="{883C6366-9387-40E9-B210-E2D0D5778BB1}">
      <dgm:prSet/>
      <dgm:spPr/>
      <dgm:t>
        <a:bodyPr/>
        <a:lstStyle/>
        <a:p>
          <a:endParaRPr lang="en-US"/>
        </a:p>
      </dgm:t>
    </dgm:pt>
    <dgm:pt modelId="{0C0A2CFA-3318-4CA1-9A54-E94CF7F5B18D}" type="sibTrans" cxnId="{883C6366-9387-40E9-B210-E2D0D5778BB1}">
      <dgm:prSet/>
      <dgm:spPr/>
      <dgm:t>
        <a:bodyPr/>
        <a:lstStyle/>
        <a:p>
          <a:endParaRPr lang="en-US"/>
        </a:p>
      </dgm:t>
    </dgm:pt>
    <dgm:pt modelId="{A9D0FBF7-966C-4CC7-9502-E7BD3003E4E4}">
      <dgm:prSet/>
      <dgm:spPr/>
      <dgm:t>
        <a:bodyPr/>
        <a:lstStyle/>
        <a:p>
          <a:r>
            <a:rPr lang="en-GB"/>
            <a:t>Clinic-capacity modelling</a:t>
          </a:r>
          <a:endParaRPr lang="en-US"/>
        </a:p>
      </dgm:t>
    </dgm:pt>
    <dgm:pt modelId="{09874AC4-A285-4972-89F2-15A384B77EE2}" type="parTrans" cxnId="{E6EE756A-F252-4AA9-A6AC-6CC06FBDD14C}">
      <dgm:prSet/>
      <dgm:spPr/>
      <dgm:t>
        <a:bodyPr/>
        <a:lstStyle/>
        <a:p>
          <a:endParaRPr lang="en-US"/>
        </a:p>
      </dgm:t>
    </dgm:pt>
    <dgm:pt modelId="{A234A78E-FB27-48C4-91F0-18617D399C1B}" type="sibTrans" cxnId="{E6EE756A-F252-4AA9-A6AC-6CC06FBDD14C}">
      <dgm:prSet/>
      <dgm:spPr/>
      <dgm:t>
        <a:bodyPr/>
        <a:lstStyle/>
        <a:p>
          <a:endParaRPr lang="en-US"/>
        </a:p>
      </dgm:t>
    </dgm:pt>
    <dgm:pt modelId="{F7D111D7-BFB5-46E2-B8EB-700B2085DBC6}" type="pres">
      <dgm:prSet presAssocID="{C8DEB57C-7671-4435-9A5A-05EB59D05BDC}" presName="root" presStyleCnt="0">
        <dgm:presLayoutVars>
          <dgm:dir/>
          <dgm:resizeHandles val="exact"/>
        </dgm:presLayoutVars>
      </dgm:prSet>
      <dgm:spPr/>
    </dgm:pt>
    <dgm:pt modelId="{675FA80A-45DF-4165-B2EF-DA47F114A727}" type="pres">
      <dgm:prSet presAssocID="{C8DEB57C-7671-4435-9A5A-05EB59D05BDC}" presName="container" presStyleCnt="0">
        <dgm:presLayoutVars>
          <dgm:dir/>
          <dgm:resizeHandles val="exact"/>
        </dgm:presLayoutVars>
      </dgm:prSet>
      <dgm:spPr/>
    </dgm:pt>
    <dgm:pt modelId="{FDD73323-9DD4-482B-A8C0-8A79D56267D9}" type="pres">
      <dgm:prSet presAssocID="{771EC4F0-FB9C-485F-830A-5AF2579CA95E}" presName="compNode" presStyleCnt="0"/>
      <dgm:spPr/>
    </dgm:pt>
    <dgm:pt modelId="{E0299D89-F9C9-4BA6-81A3-A8ACBDBD352D}" type="pres">
      <dgm:prSet presAssocID="{771EC4F0-FB9C-485F-830A-5AF2579CA95E}" presName="iconBgRect" presStyleLbl="bgShp" presStyleIdx="0" presStyleCnt="4"/>
      <dgm:spPr/>
    </dgm:pt>
    <dgm:pt modelId="{34D26A71-84A7-4D41-B26A-C9F0D05C54EB}" type="pres">
      <dgm:prSet presAssocID="{771EC4F0-FB9C-485F-830A-5AF2579CA95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62F08997-B4C2-4AF7-A554-4BE2225004E5}" type="pres">
      <dgm:prSet presAssocID="{771EC4F0-FB9C-485F-830A-5AF2579CA95E}" presName="spaceRect" presStyleCnt="0"/>
      <dgm:spPr/>
    </dgm:pt>
    <dgm:pt modelId="{AB561299-F148-445C-8C8A-6E2F5A865A30}" type="pres">
      <dgm:prSet presAssocID="{771EC4F0-FB9C-485F-830A-5AF2579CA95E}" presName="textRect" presStyleLbl="revTx" presStyleIdx="0" presStyleCnt="4">
        <dgm:presLayoutVars>
          <dgm:chMax val="1"/>
          <dgm:chPref val="1"/>
        </dgm:presLayoutVars>
      </dgm:prSet>
      <dgm:spPr/>
    </dgm:pt>
    <dgm:pt modelId="{71E4DE8E-D01F-4025-84C3-ECC224EC9077}" type="pres">
      <dgm:prSet presAssocID="{C6B70941-4612-422F-BBE4-783544DB5CCF}" presName="sibTrans" presStyleLbl="sibTrans2D1" presStyleIdx="0" presStyleCnt="0"/>
      <dgm:spPr/>
    </dgm:pt>
    <dgm:pt modelId="{01011034-09B5-4912-A43F-FCFEC9C87A7A}" type="pres">
      <dgm:prSet presAssocID="{CE7E5409-60E6-4AB1-BEAE-1080F5F8D107}" presName="compNode" presStyleCnt="0"/>
      <dgm:spPr/>
    </dgm:pt>
    <dgm:pt modelId="{95F44CB1-AE6B-4A4D-8978-C0CC7ADA7A36}" type="pres">
      <dgm:prSet presAssocID="{CE7E5409-60E6-4AB1-BEAE-1080F5F8D107}" presName="iconBgRect" presStyleLbl="bgShp" presStyleIdx="1" presStyleCnt="4"/>
      <dgm:spPr/>
    </dgm:pt>
    <dgm:pt modelId="{2529F272-49FC-4F12-B748-777ADD2DC819}" type="pres">
      <dgm:prSet presAssocID="{CE7E5409-60E6-4AB1-BEAE-1080F5F8D10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E124AAB-9E90-48F7-BF71-B0D020AE7F2C}" type="pres">
      <dgm:prSet presAssocID="{CE7E5409-60E6-4AB1-BEAE-1080F5F8D107}" presName="spaceRect" presStyleCnt="0"/>
      <dgm:spPr/>
    </dgm:pt>
    <dgm:pt modelId="{FE73D0CB-9282-493D-B409-14DDDCEB5DA5}" type="pres">
      <dgm:prSet presAssocID="{CE7E5409-60E6-4AB1-BEAE-1080F5F8D107}" presName="textRect" presStyleLbl="revTx" presStyleIdx="1" presStyleCnt="4">
        <dgm:presLayoutVars>
          <dgm:chMax val="1"/>
          <dgm:chPref val="1"/>
        </dgm:presLayoutVars>
      </dgm:prSet>
      <dgm:spPr/>
    </dgm:pt>
    <dgm:pt modelId="{2FF131FC-935C-446A-8240-54B33D9303D2}" type="pres">
      <dgm:prSet presAssocID="{1AAD4218-8D3C-4E8A-BD2A-CE69635C5B15}" presName="sibTrans" presStyleLbl="sibTrans2D1" presStyleIdx="0" presStyleCnt="0"/>
      <dgm:spPr/>
    </dgm:pt>
    <dgm:pt modelId="{B7511F5A-C2A2-4736-8E73-5FD780C3696E}" type="pres">
      <dgm:prSet presAssocID="{14A67095-CD0D-4D18-8146-83749491FCE9}" presName="compNode" presStyleCnt="0"/>
      <dgm:spPr/>
    </dgm:pt>
    <dgm:pt modelId="{AD65F770-A829-43DE-9512-079C6DC6305C}" type="pres">
      <dgm:prSet presAssocID="{14A67095-CD0D-4D18-8146-83749491FCE9}" presName="iconBgRect" presStyleLbl="bgShp" presStyleIdx="2" presStyleCnt="4"/>
      <dgm:spPr/>
    </dgm:pt>
    <dgm:pt modelId="{92D46431-8842-4D97-AB0E-30363DDBB4A2}" type="pres">
      <dgm:prSet presAssocID="{14A67095-CD0D-4D18-8146-83749491FCE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FD60578E-DCCC-4CBD-93B6-E613945EA3AB}" type="pres">
      <dgm:prSet presAssocID="{14A67095-CD0D-4D18-8146-83749491FCE9}" presName="spaceRect" presStyleCnt="0"/>
      <dgm:spPr/>
    </dgm:pt>
    <dgm:pt modelId="{A9D51663-05FA-418C-81AD-416B1AA48FFC}" type="pres">
      <dgm:prSet presAssocID="{14A67095-CD0D-4D18-8146-83749491FCE9}" presName="textRect" presStyleLbl="revTx" presStyleIdx="2" presStyleCnt="4">
        <dgm:presLayoutVars>
          <dgm:chMax val="1"/>
          <dgm:chPref val="1"/>
        </dgm:presLayoutVars>
      </dgm:prSet>
      <dgm:spPr/>
    </dgm:pt>
    <dgm:pt modelId="{5DC78F20-22B0-4754-85E0-EDC076C51F7E}" type="pres">
      <dgm:prSet presAssocID="{0C0A2CFA-3318-4CA1-9A54-E94CF7F5B18D}" presName="sibTrans" presStyleLbl="sibTrans2D1" presStyleIdx="0" presStyleCnt="0"/>
      <dgm:spPr/>
    </dgm:pt>
    <dgm:pt modelId="{41819B50-5F86-487D-A28A-FD33D8118AA5}" type="pres">
      <dgm:prSet presAssocID="{A9D0FBF7-966C-4CC7-9502-E7BD3003E4E4}" presName="compNode" presStyleCnt="0"/>
      <dgm:spPr/>
    </dgm:pt>
    <dgm:pt modelId="{A30AFAE7-A729-4172-A8E0-602F9071CF36}" type="pres">
      <dgm:prSet presAssocID="{A9D0FBF7-966C-4CC7-9502-E7BD3003E4E4}" presName="iconBgRect" presStyleLbl="bgShp" presStyleIdx="3" presStyleCnt="4"/>
      <dgm:spPr/>
    </dgm:pt>
    <dgm:pt modelId="{DD211E28-752B-45D6-9BAC-6DCFB271B398}" type="pres">
      <dgm:prSet presAssocID="{A9D0FBF7-966C-4CC7-9502-E7BD3003E4E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495F650-80F6-4115-ADC0-CEF5F27BDFA3}" type="pres">
      <dgm:prSet presAssocID="{A9D0FBF7-966C-4CC7-9502-E7BD3003E4E4}" presName="spaceRect" presStyleCnt="0"/>
      <dgm:spPr/>
    </dgm:pt>
    <dgm:pt modelId="{B3704438-937B-4828-BFE2-B4EF4A1B82C0}" type="pres">
      <dgm:prSet presAssocID="{A9D0FBF7-966C-4CC7-9502-E7BD3003E4E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A397613-786B-4729-9FA0-0071EB553EAE}" type="presOf" srcId="{1AAD4218-8D3C-4E8A-BD2A-CE69635C5B15}" destId="{2FF131FC-935C-446A-8240-54B33D9303D2}" srcOrd="0" destOrd="0" presId="urn:microsoft.com/office/officeart/2018/2/layout/IconCircleList"/>
    <dgm:cxn modelId="{73912F35-7A79-4B80-8D59-E023F54E7F25}" type="presOf" srcId="{CE7E5409-60E6-4AB1-BEAE-1080F5F8D107}" destId="{FE73D0CB-9282-493D-B409-14DDDCEB5DA5}" srcOrd="0" destOrd="0" presId="urn:microsoft.com/office/officeart/2018/2/layout/IconCircleList"/>
    <dgm:cxn modelId="{70A4C842-EB7A-499D-843C-DE295F4ABADF}" srcId="{C8DEB57C-7671-4435-9A5A-05EB59D05BDC}" destId="{771EC4F0-FB9C-485F-830A-5AF2579CA95E}" srcOrd="0" destOrd="0" parTransId="{99D94966-BEAB-48D0-9F46-DB72D3F88028}" sibTransId="{C6B70941-4612-422F-BBE4-783544DB5CCF}"/>
    <dgm:cxn modelId="{883C6366-9387-40E9-B210-E2D0D5778BB1}" srcId="{C8DEB57C-7671-4435-9A5A-05EB59D05BDC}" destId="{14A67095-CD0D-4D18-8146-83749491FCE9}" srcOrd="2" destOrd="0" parTransId="{35CADBD9-F2CE-4674-B508-24C0F1E443F7}" sibTransId="{0C0A2CFA-3318-4CA1-9A54-E94CF7F5B18D}"/>
    <dgm:cxn modelId="{E6EE756A-F252-4AA9-A6AC-6CC06FBDD14C}" srcId="{C8DEB57C-7671-4435-9A5A-05EB59D05BDC}" destId="{A9D0FBF7-966C-4CC7-9502-E7BD3003E4E4}" srcOrd="3" destOrd="0" parTransId="{09874AC4-A285-4972-89F2-15A384B77EE2}" sibTransId="{A234A78E-FB27-48C4-91F0-18617D399C1B}"/>
    <dgm:cxn modelId="{DB29E36A-7025-44BD-98A0-B94FDDDB78FB}" type="presOf" srcId="{A9D0FBF7-966C-4CC7-9502-E7BD3003E4E4}" destId="{B3704438-937B-4828-BFE2-B4EF4A1B82C0}" srcOrd="0" destOrd="0" presId="urn:microsoft.com/office/officeart/2018/2/layout/IconCircleList"/>
    <dgm:cxn modelId="{95DEEB72-5528-4E24-841D-8405D2F6618F}" type="presOf" srcId="{771EC4F0-FB9C-485F-830A-5AF2579CA95E}" destId="{AB561299-F148-445C-8C8A-6E2F5A865A30}" srcOrd="0" destOrd="0" presId="urn:microsoft.com/office/officeart/2018/2/layout/IconCircleList"/>
    <dgm:cxn modelId="{26ECAA8C-98CA-45A4-9589-629A76BEBC74}" type="presOf" srcId="{C6B70941-4612-422F-BBE4-783544DB5CCF}" destId="{71E4DE8E-D01F-4025-84C3-ECC224EC9077}" srcOrd="0" destOrd="0" presId="urn:microsoft.com/office/officeart/2018/2/layout/IconCircleList"/>
    <dgm:cxn modelId="{E9C68DD6-2694-488D-8706-C3A5D1F8D562}" type="presOf" srcId="{C8DEB57C-7671-4435-9A5A-05EB59D05BDC}" destId="{F7D111D7-BFB5-46E2-B8EB-700B2085DBC6}" srcOrd="0" destOrd="0" presId="urn:microsoft.com/office/officeart/2018/2/layout/IconCircleList"/>
    <dgm:cxn modelId="{5F90CFDB-7F8C-411D-91C2-D6B62A7B28E9}" srcId="{C8DEB57C-7671-4435-9A5A-05EB59D05BDC}" destId="{CE7E5409-60E6-4AB1-BEAE-1080F5F8D107}" srcOrd="1" destOrd="0" parTransId="{8CC285C3-1D3A-4904-BDD3-278C106C6030}" sibTransId="{1AAD4218-8D3C-4E8A-BD2A-CE69635C5B15}"/>
    <dgm:cxn modelId="{D039FBE2-E659-456D-ACEE-8829AB29CDB9}" type="presOf" srcId="{14A67095-CD0D-4D18-8146-83749491FCE9}" destId="{A9D51663-05FA-418C-81AD-416B1AA48FFC}" srcOrd="0" destOrd="0" presId="urn:microsoft.com/office/officeart/2018/2/layout/IconCircleList"/>
    <dgm:cxn modelId="{0E514AED-3395-46F7-9172-676FAC2E7763}" type="presOf" srcId="{0C0A2CFA-3318-4CA1-9A54-E94CF7F5B18D}" destId="{5DC78F20-22B0-4754-85E0-EDC076C51F7E}" srcOrd="0" destOrd="0" presId="urn:microsoft.com/office/officeart/2018/2/layout/IconCircleList"/>
    <dgm:cxn modelId="{1AD5F09E-66B8-4507-A50B-B3565844A1AD}" type="presParOf" srcId="{F7D111D7-BFB5-46E2-B8EB-700B2085DBC6}" destId="{675FA80A-45DF-4165-B2EF-DA47F114A727}" srcOrd="0" destOrd="0" presId="urn:microsoft.com/office/officeart/2018/2/layout/IconCircleList"/>
    <dgm:cxn modelId="{37B0059A-B4FB-49FF-8617-4F6F87AB8BCB}" type="presParOf" srcId="{675FA80A-45DF-4165-B2EF-DA47F114A727}" destId="{FDD73323-9DD4-482B-A8C0-8A79D56267D9}" srcOrd="0" destOrd="0" presId="urn:microsoft.com/office/officeart/2018/2/layout/IconCircleList"/>
    <dgm:cxn modelId="{C3BDB523-01F3-4028-9939-13D64851B8E6}" type="presParOf" srcId="{FDD73323-9DD4-482B-A8C0-8A79D56267D9}" destId="{E0299D89-F9C9-4BA6-81A3-A8ACBDBD352D}" srcOrd="0" destOrd="0" presId="urn:microsoft.com/office/officeart/2018/2/layout/IconCircleList"/>
    <dgm:cxn modelId="{72C1B2D2-BDF0-46C7-A055-809CE2AA400F}" type="presParOf" srcId="{FDD73323-9DD4-482B-A8C0-8A79D56267D9}" destId="{34D26A71-84A7-4D41-B26A-C9F0D05C54EB}" srcOrd="1" destOrd="0" presId="urn:microsoft.com/office/officeart/2018/2/layout/IconCircleList"/>
    <dgm:cxn modelId="{F29BBA68-1FC8-48AC-9653-185710417239}" type="presParOf" srcId="{FDD73323-9DD4-482B-A8C0-8A79D56267D9}" destId="{62F08997-B4C2-4AF7-A554-4BE2225004E5}" srcOrd="2" destOrd="0" presId="urn:microsoft.com/office/officeart/2018/2/layout/IconCircleList"/>
    <dgm:cxn modelId="{052FBFC7-9ADA-47E0-8A68-6DBCE4903B81}" type="presParOf" srcId="{FDD73323-9DD4-482B-A8C0-8A79D56267D9}" destId="{AB561299-F148-445C-8C8A-6E2F5A865A30}" srcOrd="3" destOrd="0" presId="urn:microsoft.com/office/officeart/2018/2/layout/IconCircleList"/>
    <dgm:cxn modelId="{A39684A2-D30C-4F55-BEB6-11739A84571E}" type="presParOf" srcId="{675FA80A-45DF-4165-B2EF-DA47F114A727}" destId="{71E4DE8E-D01F-4025-84C3-ECC224EC9077}" srcOrd="1" destOrd="0" presId="urn:microsoft.com/office/officeart/2018/2/layout/IconCircleList"/>
    <dgm:cxn modelId="{58285567-A2C8-467D-87BD-A5053F9C1029}" type="presParOf" srcId="{675FA80A-45DF-4165-B2EF-DA47F114A727}" destId="{01011034-09B5-4912-A43F-FCFEC9C87A7A}" srcOrd="2" destOrd="0" presId="urn:microsoft.com/office/officeart/2018/2/layout/IconCircleList"/>
    <dgm:cxn modelId="{2CFB9D09-9ABF-428B-BEC3-AC24A4CC1313}" type="presParOf" srcId="{01011034-09B5-4912-A43F-FCFEC9C87A7A}" destId="{95F44CB1-AE6B-4A4D-8978-C0CC7ADA7A36}" srcOrd="0" destOrd="0" presId="urn:microsoft.com/office/officeart/2018/2/layout/IconCircleList"/>
    <dgm:cxn modelId="{640CFD7A-A590-4EAB-8018-F0DB1154F3AA}" type="presParOf" srcId="{01011034-09B5-4912-A43F-FCFEC9C87A7A}" destId="{2529F272-49FC-4F12-B748-777ADD2DC819}" srcOrd="1" destOrd="0" presId="urn:microsoft.com/office/officeart/2018/2/layout/IconCircleList"/>
    <dgm:cxn modelId="{CE61A641-8315-4EA2-B32C-A8F99DF91DA4}" type="presParOf" srcId="{01011034-09B5-4912-A43F-FCFEC9C87A7A}" destId="{0E124AAB-9E90-48F7-BF71-B0D020AE7F2C}" srcOrd="2" destOrd="0" presId="urn:microsoft.com/office/officeart/2018/2/layout/IconCircleList"/>
    <dgm:cxn modelId="{602D9AF8-6F94-4F36-B0FF-5DB15E3FD955}" type="presParOf" srcId="{01011034-09B5-4912-A43F-FCFEC9C87A7A}" destId="{FE73D0CB-9282-493D-B409-14DDDCEB5DA5}" srcOrd="3" destOrd="0" presId="urn:microsoft.com/office/officeart/2018/2/layout/IconCircleList"/>
    <dgm:cxn modelId="{934A79EA-81F1-4BEE-93B5-91707C644919}" type="presParOf" srcId="{675FA80A-45DF-4165-B2EF-DA47F114A727}" destId="{2FF131FC-935C-446A-8240-54B33D9303D2}" srcOrd="3" destOrd="0" presId="urn:microsoft.com/office/officeart/2018/2/layout/IconCircleList"/>
    <dgm:cxn modelId="{2953A4BD-C08F-49DF-87F7-9CC62321E5D1}" type="presParOf" srcId="{675FA80A-45DF-4165-B2EF-DA47F114A727}" destId="{B7511F5A-C2A2-4736-8E73-5FD780C3696E}" srcOrd="4" destOrd="0" presId="urn:microsoft.com/office/officeart/2018/2/layout/IconCircleList"/>
    <dgm:cxn modelId="{35E5CF4F-76E2-425B-862E-C30056FF8028}" type="presParOf" srcId="{B7511F5A-C2A2-4736-8E73-5FD780C3696E}" destId="{AD65F770-A829-43DE-9512-079C6DC6305C}" srcOrd="0" destOrd="0" presId="urn:microsoft.com/office/officeart/2018/2/layout/IconCircleList"/>
    <dgm:cxn modelId="{DBFF7850-F9D9-434B-8F63-961C2871BB8E}" type="presParOf" srcId="{B7511F5A-C2A2-4736-8E73-5FD780C3696E}" destId="{92D46431-8842-4D97-AB0E-30363DDBB4A2}" srcOrd="1" destOrd="0" presId="urn:microsoft.com/office/officeart/2018/2/layout/IconCircleList"/>
    <dgm:cxn modelId="{D63ABFD9-114B-44FF-B2ED-80FB7F55F5CB}" type="presParOf" srcId="{B7511F5A-C2A2-4736-8E73-5FD780C3696E}" destId="{FD60578E-DCCC-4CBD-93B6-E613945EA3AB}" srcOrd="2" destOrd="0" presId="urn:microsoft.com/office/officeart/2018/2/layout/IconCircleList"/>
    <dgm:cxn modelId="{A997209F-0EF0-42BF-AC29-61B92C3FF1EE}" type="presParOf" srcId="{B7511F5A-C2A2-4736-8E73-5FD780C3696E}" destId="{A9D51663-05FA-418C-81AD-416B1AA48FFC}" srcOrd="3" destOrd="0" presId="urn:microsoft.com/office/officeart/2018/2/layout/IconCircleList"/>
    <dgm:cxn modelId="{D4F2493E-2ED9-4F4E-B7E7-32ED5C20BD49}" type="presParOf" srcId="{675FA80A-45DF-4165-B2EF-DA47F114A727}" destId="{5DC78F20-22B0-4754-85E0-EDC076C51F7E}" srcOrd="5" destOrd="0" presId="urn:microsoft.com/office/officeart/2018/2/layout/IconCircleList"/>
    <dgm:cxn modelId="{B042DC4F-25A9-474D-942F-9D6EEEFA5E21}" type="presParOf" srcId="{675FA80A-45DF-4165-B2EF-DA47F114A727}" destId="{41819B50-5F86-487D-A28A-FD33D8118AA5}" srcOrd="6" destOrd="0" presId="urn:microsoft.com/office/officeart/2018/2/layout/IconCircleList"/>
    <dgm:cxn modelId="{36187217-42EF-4C00-A099-DBB06CE373FC}" type="presParOf" srcId="{41819B50-5F86-487D-A28A-FD33D8118AA5}" destId="{A30AFAE7-A729-4172-A8E0-602F9071CF36}" srcOrd="0" destOrd="0" presId="urn:microsoft.com/office/officeart/2018/2/layout/IconCircleList"/>
    <dgm:cxn modelId="{69009BC0-EC2D-4167-AC04-64D6FEDC9F21}" type="presParOf" srcId="{41819B50-5F86-487D-A28A-FD33D8118AA5}" destId="{DD211E28-752B-45D6-9BAC-6DCFB271B398}" srcOrd="1" destOrd="0" presId="urn:microsoft.com/office/officeart/2018/2/layout/IconCircleList"/>
    <dgm:cxn modelId="{B09ABB7D-3EB5-407C-89EB-CF43591CFD5C}" type="presParOf" srcId="{41819B50-5F86-487D-A28A-FD33D8118AA5}" destId="{6495F650-80F6-4115-ADC0-CEF5F27BDFA3}" srcOrd="2" destOrd="0" presId="urn:microsoft.com/office/officeart/2018/2/layout/IconCircleList"/>
    <dgm:cxn modelId="{49D826DB-ED54-417A-B2DB-9070213C20E9}" type="presParOf" srcId="{41819B50-5F86-487D-A28A-FD33D8118AA5}" destId="{B3704438-937B-4828-BFE2-B4EF4A1B82C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2A3BC49-CB95-49ED-A4E9-3F138A17EB4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5D58D49-28E5-4056-A70D-C2704C246D21}">
      <dgm:prSet/>
      <dgm:spPr/>
      <dgm:t>
        <a:bodyPr/>
        <a:lstStyle/>
        <a:p>
          <a:pPr>
            <a:defRPr cap="all"/>
          </a:pPr>
          <a:r>
            <a:rPr lang="en-GB"/>
            <a:t>Lightweight IDR improves visibility</a:t>
          </a:r>
          <a:endParaRPr lang="en-US"/>
        </a:p>
      </dgm:t>
    </dgm:pt>
    <dgm:pt modelId="{814C3ACE-1CED-487B-87AA-E42CE44EA562}" type="parTrans" cxnId="{6AFAA3DE-24E6-4018-A993-FE7971395BD9}">
      <dgm:prSet/>
      <dgm:spPr/>
      <dgm:t>
        <a:bodyPr/>
        <a:lstStyle/>
        <a:p>
          <a:endParaRPr lang="en-US"/>
        </a:p>
      </dgm:t>
    </dgm:pt>
    <dgm:pt modelId="{BD7020E1-FAE6-4A1F-8878-A60FF3473DE2}" type="sibTrans" cxnId="{6AFAA3DE-24E6-4018-A993-FE7971395BD9}">
      <dgm:prSet/>
      <dgm:spPr/>
      <dgm:t>
        <a:bodyPr/>
        <a:lstStyle/>
        <a:p>
          <a:endParaRPr lang="en-US"/>
        </a:p>
      </dgm:t>
    </dgm:pt>
    <dgm:pt modelId="{E3031F48-E68D-411F-BBF0-5ABE2BB37B27}">
      <dgm:prSet/>
      <dgm:spPr/>
      <dgm:t>
        <a:bodyPr/>
        <a:lstStyle/>
        <a:p>
          <a:pPr>
            <a:defRPr cap="all"/>
          </a:pPr>
          <a:r>
            <a:rPr lang="en-GB"/>
            <a:t>Dashboards reveal hidden bottlenecks</a:t>
          </a:r>
          <a:endParaRPr lang="en-US"/>
        </a:p>
      </dgm:t>
    </dgm:pt>
    <dgm:pt modelId="{DDA755B7-FBF6-43CD-9E92-BC745BD9261F}" type="parTrans" cxnId="{BF938B08-8856-4806-A1F7-AA8BB6B417F9}">
      <dgm:prSet/>
      <dgm:spPr/>
      <dgm:t>
        <a:bodyPr/>
        <a:lstStyle/>
        <a:p>
          <a:endParaRPr lang="en-US"/>
        </a:p>
      </dgm:t>
    </dgm:pt>
    <dgm:pt modelId="{4F662B87-C487-4743-963C-506517925211}" type="sibTrans" cxnId="{BF938B08-8856-4806-A1F7-AA8BB6B417F9}">
      <dgm:prSet/>
      <dgm:spPr/>
      <dgm:t>
        <a:bodyPr/>
        <a:lstStyle/>
        <a:p>
          <a:endParaRPr lang="en-US"/>
        </a:p>
      </dgm:t>
    </dgm:pt>
    <dgm:pt modelId="{9A0B0C8F-1C93-4B5B-92D5-E5AA1C7DD6ED}">
      <dgm:prSet/>
      <dgm:spPr/>
      <dgm:t>
        <a:bodyPr/>
        <a:lstStyle/>
        <a:p>
          <a:pPr>
            <a:defRPr cap="all"/>
          </a:pPr>
          <a:r>
            <a:rPr lang="en-GB"/>
            <a:t>Supports proactive operational management</a:t>
          </a:r>
          <a:endParaRPr lang="en-US"/>
        </a:p>
      </dgm:t>
    </dgm:pt>
    <dgm:pt modelId="{164608E6-C6D2-4EFB-8398-B0E473AC7906}" type="parTrans" cxnId="{0DEEB40F-AD2A-4533-8FF1-BEBB03D15473}">
      <dgm:prSet/>
      <dgm:spPr/>
      <dgm:t>
        <a:bodyPr/>
        <a:lstStyle/>
        <a:p>
          <a:endParaRPr lang="en-US"/>
        </a:p>
      </dgm:t>
    </dgm:pt>
    <dgm:pt modelId="{CA90E3EF-8D19-4857-B45C-63774F450F87}" type="sibTrans" cxnId="{0DEEB40F-AD2A-4533-8FF1-BEBB03D15473}">
      <dgm:prSet/>
      <dgm:spPr/>
      <dgm:t>
        <a:bodyPr/>
        <a:lstStyle/>
        <a:p>
          <a:endParaRPr lang="en-US"/>
        </a:p>
      </dgm:t>
    </dgm:pt>
    <dgm:pt modelId="{7762BE06-6792-4B50-908B-136A87170F5A}">
      <dgm:prSet/>
      <dgm:spPr/>
      <dgm:t>
        <a:bodyPr/>
        <a:lstStyle/>
        <a:p>
          <a:pPr>
            <a:defRPr cap="all"/>
          </a:pPr>
          <a:r>
            <a:rPr lang="en-GB"/>
            <a:t>Provides transferable design principles</a:t>
          </a:r>
          <a:endParaRPr lang="en-US"/>
        </a:p>
      </dgm:t>
    </dgm:pt>
    <dgm:pt modelId="{91C1CC15-B2B8-4A8C-BF79-7C8E433483F2}" type="parTrans" cxnId="{8A125CBE-6D26-4A85-B7B4-C7C1E3BB0186}">
      <dgm:prSet/>
      <dgm:spPr/>
      <dgm:t>
        <a:bodyPr/>
        <a:lstStyle/>
        <a:p>
          <a:endParaRPr lang="en-US"/>
        </a:p>
      </dgm:t>
    </dgm:pt>
    <dgm:pt modelId="{A8572850-D0CA-4119-BBC6-A506D8406477}" type="sibTrans" cxnId="{8A125CBE-6D26-4A85-B7B4-C7C1E3BB0186}">
      <dgm:prSet/>
      <dgm:spPr/>
      <dgm:t>
        <a:bodyPr/>
        <a:lstStyle/>
        <a:p>
          <a:endParaRPr lang="en-US"/>
        </a:p>
      </dgm:t>
    </dgm:pt>
    <dgm:pt modelId="{A50E0756-BC41-43A7-BFE5-0AD29D2BC975}">
      <dgm:prSet/>
      <dgm:spPr/>
      <dgm:t>
        <a:bodyPr/>
        <a:lstStyle/>
        <a:p>
          <a:pPr>
            <a:defRPr cap="all"/>
          </a:pPr>
          <a:r>
            <a:rPr lang="en-GB"/>
            <a:t>Enables faster, more reliable progression to treatment</a:t>
          </a:r>
          <a:endParaRPr lang="en-US"/>
        </a:p>
      </dgm:t>
    </dgm:pt>
    <dgm:pt modelId="{27CE5C96-8FF2-4742-A7BD-0A65456AFCE4}" type="parTrans" cxnId="{86567A55-4C98-47F2-9B05-1CB6545740CB}">
      <dgm:prSet/>
      <dgm:spPr/>
      <dgm:t>
        <a:bodyPr/>
        <a:lstStyle/>
        <a:p>
          <a:endParaRPr lang="en-US"/>
        </a:p>
      </dgm:t>
    </dgm:pt>
    <dgm:pt modelId="{D7CED791-340F-4816-856D-4FADFBA241F1}" type="sibTrans" cxnId="{86567A55-4C98-47F2-9B05-1CB6545740CB}">
      <dgm:prSet/>
      <dgm:spPr/>
      <dgm:t>
        <a:bodyPr/>
        <a:lstStyle/>
        <a:p>
          <a:endParaRPr lang="en-US"/>
        </a:p>
      </dgm:t>
    </dgm:pt>
    <dgm:pt modelId="{EB67EEDE-1DEA-45E1-B33F-1A9B32BABAB9}" type="pres">
      <dgm:prSet presAssocID="{E2A3BC49-CB95-49ED-A4E9-3F138A17EB42}" presName="root" presStyleCnt="0">
        <dgm:presLayoutVars>
          <dgm:dir/>
          <dgm:resizeHandles val="exact"/>
        </dgm:presLayoutVars>
      </dgm:prSet>
      <dgm:spPr/>
    </dgm:pt>
    <dgm:pt modelId="{4C7DB0B8-74D9-47F5-9148-00C1079F9F9E}" type="pres">
      <dgm:prSet presAssocID="{B5D58D49-28E5-4056-A70D-C2704C246D21}" presName="compNode" presStyleCnt="0"/>
      <dgm:spPr/>
    </dgm:pt>
    <dgm:pt modelId="{C2CC85E5-0A7B-4BF2-BF6E-C27AE6AAE905}" type="pres">
      <dgm:prSet presAssocID="{B5D58D49-28E5-4056-A70D-C2704C246D21}" presName="iconBgRect" presStyleLbl="bgShp" presStyleIdx="0" presStyleCnt="5"/>
      <dgm:spPr/>
    </dgm:pt>
    <dgm:pt modelId="{4E2DB0A5-53FB-4A65-91FD-433AEB49296B}" type="pres">
      <dgm:prSet presAssocID="{B5D58D49-28E5-4056-A70D-C2704C246D21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423060CA-6D26-4A91-9598-35C1BBE832C6}" type="pres">
      <dgm:prSet presAssocID="{B5D58D49-28E5-4056-A70D-C2704C246D21}" presName="spaceRect" presStyleCnt="0"/>
      <dgm:spPr/>
    </dgm:pt>
    <dgm:pt modelId="{A0599D30-E581-4D7D-A24B-2E7CFBE83FF4}" type="pres">
      <dgm:prSet presAssocID="{B5D58D49-28E5-4056-A70D-C2704C246D21}" presName="textRect" presStyleLbl="revTx" presStyleIdx="0" presStyleCnt="5">
        <dgm:presLayoutVars>
          <dgm:chMax val="1"/>
          <dgm:chPref val="1"/>
        </dgm:presLayoutVars>
      </dgm:prSet>
      <dgm:spPr/>
    </dgm:pt>
    <dgm:pt modelId="{E8907884-0FC1-4754-8842-D9E83E13313C}" type="pres">
      <dgm:prSet presAssocID="{BD7020E1-FAE6-4A1F-8878-A60FF3473DE2}" presName="sibTrans" presStyleCnt="0"/>
      <dgm:spPr/>
    </dgm:pt>
    <dgm:pt modelId="{EDB06F20-BB99-4E51-A841-407A7F898D92}" type="pres">
      <dgm:prSet presAssocID="{E3031F48-E68D-411F-BBF0-5ABE2BB37B27}" presName="compNode" presStyleCnt="0"/>
      <dgm:spPr/>
    </dgm:pt>
    <dgm:pt modelId="{3B0C366C-7908-437A-890C-46AB3EDF7AD8}" type="pres">
      <dgm:prSet presAssocID="{E3031F48-E68D-411F-BBF0-5ABE2BB37B27}" presName="iconBgRect" presStyleLbl="bgShp" presStyleIdx="1" presStyleCnt="5"/>
      <dgm:spPr/>
    </dgm:pt>
    <dgm:pt modelId="{F91ABFC6-F4C6-4627-B907-F30FAB19A960}" type="pres">
      <dgm:prSet presAssocID="{E3031F48-E68D-411F-BBF0-5ABE2BB37B27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8B6139B-13E4-4618-8E3B-9E26CEAD4F9B}" type="pres">
      <dgm:prSet presAssocID="{E3031F48-E68D-411F-BBF0-5ABE2BB37B27}" presName="spaceRect" presStyleCnt="0"/>
      <dgm:spPr/>
    </dgm:pt>
    <dgm:pt modelId="{932DCEBC-6B98-439B-92F5-A2EB5B2906CE}" type="pres">
      <dgm:prSet presAssocID="{E3031F48-E68D-411F-BBF0-5ABE2BB37B27}" presName="textRect" presStyleLbl="revTx" presStyleIdx="1" presStyleCnt="5">
        <dgm:presLayoutVars>
          <dgm:chMax val="1"/>
          <dgm:chPref val="1"/>
        </dgm:presLayoutVars>
      </dgm:prSet>
      <dgm:spPr/>
    </dgm:pt>
    <dgm:pt modelId="{422D8FCF-1ECD-4C30-8CFC-70354347074F}" type="pres">
      <dgm:prSet presAssocID="{4F662B87-C487-4743-963C-506517925211}" presName="sibTrans" presStyleCnt="0"/>
      <dgm:spPr/>
    </dgm:pt>
    <dgm:pt modelId="{625DAC0D-8F5C-48D3-9FEC-5CB36BFDCAA5}" type="pres">
      <dgm:prSet presAssocID="{9A0B0C8F-1C93-4B5B-92D5-E5AA1C7DD6ED}" presName="compNode" presStyleCnt="0"/>
      <dgm:spPr/>
    </dgm:pt>
    <dgm:pt modelId="{3ADAFCF3-72D7-4C20-9469-13F96F818A5C}" type="pres">
      <dgm:prSet presAssocID="{9A0B0C8F-1C93-4B5B-92D5-E5AA1C7DD6ED}" presName="iconBgRect" presStyleLbl="bgShp" presStyleIdx="2" presStyleCnt="5"/>
      <dgm:spPr/>
    </dgm:pt>
    <dgm:pt modelId="{96299DE8-0621-4AA3-8D1B-F5CF2F2843F9}" type="pres">
      <dgm:prSet presAssocID="{9A0B0C8F-1C93-4B5B-92D5-E5AA1C7DD6ED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869E8E1D-0773-43D4-82E9-31DC6525D06D}" type="pres">
      <dgm:prSet presAssocID="{9A0B0C8F-1C93-4B5B-92D5-E5AA1C7DD6ED}" presName="spaceRect" presStyleCnt="0"/>
      <dgm:spPr/>
    </dgm:pt>
    <dgm:pt modelId="{24B73CC4-831E-4C90-8D0C-7558BA112496}" type="pres">
      <dgm:prSet presAssocID="{9A0B0C8F-1C93-4B5B-92D5-E5AA1C7DD6ED}" presName="textRect" presStyleLbl="revTx" presStyleIdx="2" presStyleCnt="5">
        <dgm:presLayoutVars>
          <dgm:chMax val="1"/>
          <dgm:chPref val="1"/>
        </dgm:presLayoutVars>
      </dgm:prSet>
      <dgm:spPr/>
    </dgm:pt>
    <dgm:pt modelId="{381CF7F2-594D-46B1-96A1-D9989D86D6C8}" type="pres">
      <dgm:prSet presAssocID="{CA90E3EF-8D19-4857-B45C-63774F450F87}" presName="sibTrans" presStyleCnt="0"/>
      <dgm:spPr/>
    </dgm:pt>
    <dgm:pt modelId="{C6A79268-C371-4C77-87C9-8C3AA2BE546E}" type="pres">
      <dgm:prSet presAssocID="{7762BE06-6792-4B50-908B-136A87170F5A}" presName="compNode" presStyleCnt="0"/>
      <dgm:spPr/>
    </dgm:pt>
    <dgm:pt modelId="{A86B810C-E9B6-4BFD-BE30-1104FC07B24B}" type="pres">
      <dgm:prSet presAssocID="{7762BE06-6792-4B50-908B-136A87170F5A}" presName="iconBgRect" presStyleLbl="bgShp" presStyleIdx="3" presStyleCnt="5"/>
      <dgm:spPr/>
    </dgm:pt>
    <dgm:pt modelId="{642145A5-B8E2-4461-9B2D-F29D6B57249D}" type="pres">
      <dgm:prSet presAssocID="{7762BE06-6792-4B50-908B-136A87170F5A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F752B37-9D7F-4975-908C-091C8C9F9E0E}" type="pres">
      <dgm:prSet presAssocID="{7762BE06-6792-4B50-908B-136A87170F5A}" presName="spaceRect" presStyleCnt="0"/>
      <dgm:spPr/>
    </dgm:pt>
    <dgm:pt modelId="{FBB955E7-1ADB-4DE7-97AA-B7C3FED9A040}" type="pres">
      <dgm:prSet presAssocID="{7762BE06-6792-4B50-908B-136A87170F5A}" presName="textRect" presStyleLbl="revTx" presStyleIdx="3" presStyleCnt="5">
        <dgm:presLayoutVars>
          <dgm:chMax val="1"/>
          <dgm:chPref val="1"/>
        </dgm:presLayoutVars>
      </dgm:prSet>
      <dgm:spPr/>
    </dgm:pt>
    <dgm:pt modelId="{9BDA3DBE-D516-4077-A507-3DDD4E46CF89}" type="pres">
      <dgm:prSet presAssocID="{A8572850-D0CA-4119-BBC6-A506D8406477}" presName="sibTrans" presStyleCnt="0"/>
      <dgm:spPr/>
    </dgm:pt>
    <dgm:pt modelId="{318B3E98-2F67-4031-AA9C-6605398A34F5}" type="pres">
      <dgm:prSet presAssocID="{A50E0756-BC41-43A7-BFE5-0AD29D2BC975}" presName="compNode" presStyleCnt="0"/>
      <dgm:spPr/>
    </dgm:pt>
    <dgm:pt modelId="{1E9BAAD7-2061-4E59-9FD8-B0CDF46614CD}" type="pres">
      <dgm:prSet presAssocID="{A50E0756-BC41-43A7-BFE5-0AD29D2BC975}" presName="iconBgRect" presStyleLbl="bgShp" presStyleIdx="4" presStyleCnt="5"/>
      <dgm:spPr/>
    </dgm:pt>
    <dgm:pt modelId="{CDE8111B-7FA1-42AF-A71C-15415674874E}" type="pres">
      <dgm:prSet presAssocID="{A50E0756-BC41-43A7-BFE5-0AD29D2BC975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14EE46B6-24F1-40EA-8FEC-10A8453E241D}" type="pres">
      <dgm:prSet presAssocID="{A50E0756-BC41-43A7-BFE5-0AD29D2BC975}" presName="spaceRect" presStyleCnt="0"/>
      <dgm:spPr/>
    </dgm:pt>
    <dgm:pt modelId="{93D2A11A-47B0-4F97-AC79-1875806A6854}" type="pres">
      <dgm:prSet presAssocID="{A50E0756-BC41-43A7-BFE5-0AD29D2BC97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F938B08-8856-4806-A1F7-AA8BB6B417F9}" srcId="{E2A3BC49-CB95-49ED-A4E9-3F138A17EB42}" destId="{E3031F48-E68D-411F-BBF0-5ABE2BB37B27}" srcOrd="1" destOrd="0" parTransId="{DDA755B7-FBF6-43CD-9E92-BC745BD9261F}" sibTransId="{4F662B87-C487-4743-963C-506517925211}"/>
    <dgm:cxn modelId="{0DEEB40F-AD2A-4533-8FF1-BEBB03D15473}" srcId="{E2A3BC49-CB95-49ED-A4E9-3F138A17EB42}" destId="{9A0B0C8F-1C93-4B5B-92D5-E5AA1C7DD6ED}" srcOrd="2" destOrd="0" parTransId="{164608E6-C6D2-4EFB-8398-B0E473AC7906}" sibTransId="{CA90E3EF-8D19-4857-B45C-63774F450F87}"/>
    <dgm:cxn modelId="{8F1B9025-ADC5-4F36-8640-8299DA344713}" type="presOf" srcId="{B5D58D49-28E5-4056-A70D-C2704C246D21}" destId="{A0599D30-E581-4D7D-A24B-2E7CFBE83FF4}" srcOrd="0" destOrd="0" presId="urn:microsoft.com/office/officeart/2018/5/layout/IconCircleLabelList"/>
    <dgm:cxn modelId="{FD061168-C8BF-422E-A0EA-16E66F2A5E7C}" type="presOf" srcId="{9A0B0C8F-1C93-4B5B-92D5-E5AA1C7DD6ED}" destId="{24B73CC4-831E-4C90-8D0C-7558BA112496}" srcOrd="0" destOrd="0" presId="urn:microsoft.com/office/officeart/2018/5/layout/IconCircleLabelList"/>
    <dgm:cxn modelId="{D6FCEC73-C77A-4007-B0BB-85B22C4A8393}" type="presOf" srcId="{E2A3BC49-CB95-49ED-A4E9-3F138A17EB42}" destId="{EB67EEDE-1DEA-45E1-B33F-1A9B32BABAB9}" srcOrd="0" destOrd="0" presId="urn:microsoft.com/office/officeart/2018/5/layout/IconCircleLabelList"/>
    <dgm:cxn modelId="{86567A55-4C98-47F2-9B05-1CB6545740CB}" srcId="{E2A3BC49-CB95-49ED-A4E9-3F138A17EB42}" destId="{A50E0756-BC41-43A7-BFE5-0AD29D2BC975}" srcOrd="4" destOrd="0" parTransId="{27CE5C96-8FF2-4742-A7BD-0A65456AFCE4}" sibTransId="{D7CED791-340F-4816-856D-4FADFBA241F1}"/>
    <dgm:cxn modelId="{6C3786BD-6857-48E8-AA3F-74E01B479EC6}" type="presOf" srcId="{E3031F48-E68D-411F-BBF0-5ABE2BB37B27}" destId="{932DCEBC-6B98-439B-92F5-A2EB5B2906CE}" srcOrd="0" destOrd="0" presId="urn:microsoft.com/office/officeart/2018/5/layout/IconCircleLabelList"/>
    <dgm:cxn modelId="{8A125CBE-6D26-4A85-B7B4-C7C1E3BB0186}" srcId="{E2A3BC49-CB95-49ED-A4E9-3F138A17EB42}" destId="{7762BE06-6792-4B50-908B-136A87170F5A}" srcOrd="3" destOrd="0" parTransId="{91C1CC15-B2B8-4A8C-BF79-7C8E433483F2}" sibTransId="{A8572850-D0CA-4119-BBC6-A506D8406477}"/>
    <dgm:cxn modelId="{A1BFE3D2-1586-4E5A-A3A9-1ED3ABE7C1E3}" type="presOf" srcId="{7762BE06-6792-4B50-908B-136A87170F5A}" destId="{FBB955E7-1ADB-4DE7-97AA-B7C3FED9A040}" srcOrd="0" destOrd="0" presId="urn:microsoft.com/office/officeart/2018/5/layout/IconCircleLabelList"/>
    <dgm:cxn modelId="{6AFAA3DE-24E6-4018-A993-FE7971395BD9}" srcId="{E2A3BC49-CB95-49ED-A4E9-3F138A17EB42}" destId="{B5D58D49-28E5-4056-A70D-C2704C246D21}" srcOrd="0" destOrd="0" parTransId="{814C3ACE-1CED-487B-87AA-E42CE44EA562}" sibTransId="{BD7020E1-FAE6-4A1F-8878-A60FF3473DE2}"/>
    <dgm:cxn modelId="{2C7881EC-4663-4CC6-990C-87A1BDA4BB8D}" type="presOf" srcId="{A50E0756-BC41-43A7-BFE5-0AD29D2BC975}" destId="{93D2A11A-47B0-4F97-AC79-1875806A6854}" srcOrd="0" destOrd="0" presId="urn:microsoft.com/office/officeart/2018/5/layout/IconCircleLabelList"/>
    <dgm:cxn modelId="{33F74BC5-6CC6-448C-83AC-3C195F32E43E}" type="presParOf" srcId="{EB67EEDE-1DEA-45E1-B33F-1A9B32BABAB9}" destId="{4C7DB0B8-74D9-47F5-9148-00C1079F9F9E}" srcOrd="0" destOrd="0" presId="urn:microsoft.com/office/officeart/2018/5/layout/IconCircleLabelList"/>
    <dgm:cxn modelId="{CF696A0F-ECEE-4170-9DCB-AC2129605D00}" type="presParOf" srcId="{4C7DB0B8-74D9-47F5-9148-00C1079F9F9E}" destId="{C2CC85E5-0A7B-4BF2-BF6E-C27AE6AAE905}" srcOrd="0" destOrd="0" presId="urn:microsoft.com/office/officeart/2018/5/layout/IconCircleLabelList"/>
    <dgm:cxn modelId="{52A78A16-7F2D-4C78-B1CF-49EF7AC92D9E}" type="presParOf" srcId="{4C7DB0B8-74D9-47F5-9148-00C1079F9F9E}" destId="{4E2DB0A5-53FB-4A65-91FD-433AEB49296B}" srcOrd="1" destOrd="0" presId="urn:microsoft.com/office/officeart/2018/5/layout/IconCircleLabelList"/>
    <dgm:cxn modelId="{71964E12-CDD5-45DB-945C-357515B74F90}" type="presParOf" srcId="{4C7DB0B8-74D9-47F5-9148-00C1079F9F9E}" destId="{423060CA-6D26-4A91-9598-35C1BBE832C6}" srcOrd="2" destOrd="0" presId="urn:microsoft.com/office/officeart/2018/5/layout/IconCircleLabelList"/>
    <dgm:cxn modelId="{8A765AEF-9463-4704-8C02-35E9668D9658}" type="presParOf" srcId="{4C7DB0B8-74D9-47F5-9148-00C1079F9F9E}" destId="{A0599D30-E581-4D7D-A24B-2E7CFBE83FF4}" srcOrd="3" destOrd="0" presId="urn:microsoft.com/office/officeart/2018/5/layout/IconCircleLabelList"/>
    <dgm:cxn modelId="{86018851-2B27-4A2D-8ACD-526220B7DF15}" type="presParOf" srcId="{EB67EEDE-1DEA-45E1-B33F-1A9B32BABAB9}" destId="{E8907884-0FC1-4754-8842-D9E83E13313C}" srcOrd="1" destOrd="0" presId="urn:microsoft.com/office/officeart/2018/5/layout/IconCircleLabelList"/>
    <dgm:cxn modelId="{FCEFBE65-3EEF-42A1-A304-99A3C1BD6608}" type="presParOf" srcId="{EB67EEDE-1DEA-45E1-B33F-1A9B32BABAB9}" destId="{EDB06F20-BB99-4E51-A841-407A7F898D92}" srcOrd="2" destOrd="0" presId="urn:microsoft.com/office/officeart/2018/5/layout/IconCircleLabelList"/>
    <dgm:cxn modelId="{1FA9F99B-F443-451C-A6D4-177373F3A5D5}" type="presParOf" srcId="{EDB06F20-BB99-4E51-A841-407A7F898D92}" destId="{3B0C366C-7908-437A-890C-46AB3EDF7AD8}" srcOrd="0" destOrd="0" presId="urn:microsoft.com/office/officeart/2018/5/layout/IconCircleLabelList"/>
    <dgm:cxn modelId="{185A9CD7-74BB-4B6A-AEE0-3746272D6100}" type="presParOf" srcId="{EDB06F20-BB99-4E51-A841-407A7F898D92}" destId="{F91ABFC6-F4C6-4627-B907-F30FAB19A960}" srcOrd="1" destOrd="0" presId="urn:microsoft.com/office/officeart/2018/5/layout/IconCircleLabelList"/>
    <dgm:cxn modelId="{24AE1356-DD33-4ADE-9377-1DBFFB904C19}" type="presParOf" srcId="{EDB06F20-BB99-4E51-A841-407A7F898D92}" destId="{08B6139B-13E4-4618-8E3B-9E26CEAD4F9B}" srcOrd="2" destOrd="0" presId="urn:microsoft.com/office/officeart/2018/5/layout/IconCircleLabelList"/>
    <dgm:cxn modelId="{9C57ED45-11C4-46E4-B14B-36B813480347}" type="presParOf" srcId="{EDB06F20-BB99-4E51-A841-407A7F898D92}" destId="{932DCEBC-6B98-439B-92F5-A2EB5B2906CE}" srcOrd="3" destOrd="0" presId="urn:microsoft.com/office/officeart/2018/5/layout/IconCircleLabelList"/>
    <dgm:cxn modelId="{7BCE974A-8781-4C86-BB75-60C2AC381695}" type="presParOf" srcId="{EB67EEDE-1DEA-45E1-B33F-1A9B32BABAB9}" destId="{422D8FCF-1ECD-4C30-8CFC-70354347074F}" srcOrd="3" destOrd="0" presId="urn:microsoft.com/office/officeart/2018/5/layout/IconCircleLabelList"/>
    <dgm:cxn modelId="{FA00A3AB-27D4-42B9-A49E-F62400F07C97}" type="presParOf" srcId="{EB67EEDE-1DEA-45E1-B33F-1A9B32BABAB9}" destId="{625DAC0D-8F5C-48D3-9FEC-5CB36BFDCAA5}" srcOrd="4" destOrd="0" presId="urn:microsoft.com/office/officeart/2018/5/layout/IconCircleLabelList"/>
    <dgm:cxn modelId="{6172F505-DD78-45D8-B06E-2C5C823DA939}" type="presParOf" srcId="{625DAC0D-8F5C-48D3-9FEC-5CB36BFDCAA5}" destId="{3ADAFCF3-72D7-4C20-9469-13F96F818A5C}" srcOrd="0" destOrd="0" presId="urn:microsoft.com/office/officeart/2018/5/layout/IconCircleLabelList"/>
    <dgm:cxn modelId="{84924007-89D7-48AC-9274-6FEE0488D9BD}" type="presParOf" srcId="{625DAC0D-8F5C-48D3-9FEC-5CB36BFDCAA5}" destId="{96299DE8-0621-4AA3-8D1B-F5CF2F2843F9}" srcOrd="1" destOrd="0" presId="urn:microsoft.com/office/officeart/2018/5/layout/IconCircleLabelList"/>
    <dgm:cxn modelId="{4D9DD27E-9D2B-40B6-8534-3D7755C9C64B}" type="presParOf" srcId="{625DAC0D-8F5C-48D3-9FEC-5CB36BFDCAA5}" destId="{869E8E1D-0773-43D4-82E9-31DC6525D06D}" srcOrd="2" destOrd="0" presId="urn:microsoft.com/office/officeart/2018/5/layout/IconCircleLabelList"/>
    <dgm:cxn modelId="{D593A1D9-E5E8-440F-92B0-9BBB4697A18C}" type="presParOf" srcId="{625DAC0D-8F5C-48D3-9FEC-5CB36BFDCAA5}" destId="{24B73CC4-831E-4C90-8D0C-7558BA112496}" srcOrd="3" destOrd="0" presId="urn:microsoft.com/office/officeart/2018/5/layout/IconCircleLabelList"/>
    <dgm:cxn modelId="{02E3174C-9566-4967-B06A-984AB9CB00F0}" type="presParOf" srcId="{EB67EEDE-1DEA-45E1-B33F-1A9B32BABAB9}" destId="{381CF7F2-594D-46B1-96A1-D9989D86D6C8}" srcOrd="5" destOrd="0" presId="urn:microsoft.com/office/officeart/2018/5/layout/IconCircleLabelList"/>
    <dgm:cxn modelId="{9B51DE59-2D6F-4098-B396-E969F5ABF476}" type="presParOf" srcId="{EB67EEDE-1DEA-45E1-B33F-1A9B32BABAB9}" destId="{C6A79268-C371-4C77-87C9-8C3AA2BE546E}" srcOrd="6" destOrd="0" presId="urn:microsoft.com/office/officeart/2018/5/layout/IconCircleLabelList"/>
    <dgm:cxn modelId="{DD6CDA34-5979-4F3B-A405-542817C80271}" type="presParOf" srcId="{C6A79268-C371-4C77-87C9-8C3AA2BE546E}" destId="{A86B810C-E9B6-4BFD-BE30-1104FC07B24B}" srcOrd="0" destOrd="0" presId="urn:microsoft.com/office/officeart/2018/5/layout/IconCircleLabelList"/>
    <dgm:cxn modelId="{91F4F83A-2C28-43FD-ADA4-260B67A9A259}" type="presParOf" srcId="{C6A79268-C371-4C77-87C9-8C3AA2BE546E}" destId="{642145A5-B8E2-4461-9B2D-F29D6B57249D}" srcOrd="1" destOrd="0" presId="urn:microsoft.com/office/officeart/2018/5/layout/IconCircleLabelList"/>
    <dgm:cxn modelId="{82620942-17C4-43E2-9156-F97B55FDF0D9}" type="presParOf" srcId="{C6A79268-C371-4C77-87C9-8C3AA2BE546E}" destId="{EF752B37-9D7F-4975-908C-091C8C9F9E0E}" srcOrd="2" destOrd="0" presId="urn:microsoft.com/office/officeart/2018/5/layout/IconCircleLabelList"/>
    <dgm:cxn modelId="{C05AD8B1-8FC0-4A82-BC93-7EA5B084795F}" type="presParOf" srcId="{C6A79268-C371-4C77-87C9-8C3AA2BE546E}" destId="{FBB955E7-1ADB-4DE7-97AA-B7C3FED9A040}" srcOrd="3" destOrd="0" presId="urn:microsoft.com/office/officeart/2018/5/layout/IconCircleLabelList"/>
    <dgm:cxn modelId="{DFE4C5FA-C72C-4222-BDFA-D1D61779456E}" type="presParOf" srcId="{EB67EEDE-1DEA-45E1-B33F-1A9B32BABAB9}" destId="{9BDA3DBE-D516-4077-A507-3DDD4E46CF89}" srcOrd="7" destOrd="0" presId="urn:microsoft.com/office/officeart/2018/5/layout/IconCircleLabelList"/>
    <dgm:cxn modelId="{BEFFEC61-3356-4118-9EB4-B2E7C89C5DEA}" type="presParOf" srcId="{EB67EEDE-1DEA-45E1-B33F-1A9B32BABAB9}" destId="{318B3E98-2F67-4031-AA9C-6605398A34F5}" srcOrd="8" destOrd="0" presId="urn:microsoft.com/office/officeart/2018/5/layout/IconCircleLabelList"/>
    <dgm:cxn modelId="{2EDC6BDD-2685-48A1-8220-C1B4A19362F9}" type="presParOf" srcId="{318B3E98-2F67-4031-AA9C-6605398A34F5}" destId="{1E9BAAD7-2061-4E59-9FD8-B0CDF46614CD}" srcOrd="0" destOrd="0" presId="urn:microsoft.com/office/officeart/2018/5/layout/IconCircleLabelList"/>
    <dgm:cxn modelId="{00955DCC-6652-4306-B4A1-5B331031F097}" type="presParOf" srcId="{318B3E98-2F67-4031-AA9C-6605398A34F5}" destId="{CDE8111B-7FA1-42AF-A71C-15415674874E}" srcOrd="1" destOrd="0" presId="urn:microsoft.com/office/officeart/2018/5/layout/IconCircleLabelList"/>
    <dgm:cxn modelId="{112A80B7-7E02-46C2-B6C7-CDC18911D1F5}" type="presParOf" srcId="{318B3E98-2F67-4031-AA9C-6605398A34F5}" destId="{14EE46B6-24F1-40EA-8FEC-10A8453E241D}" srcOrd="2" destOrd="0" presId="urn:microsoft.com/office/officeart/2018/5/layout/IconCircleLabelList"/>
    <dgm:cxn modelId="{DE305BAE-E336-4380-92D7-80E10E4BF714}" type="presParOf" srcId="{318B3E98-2F67-4031-AA9C-6605398A34F5}" destId="{93D2A11A-47B0-4F97-AC79-1875806A685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244EAD-87CA-40CE-BA1B-8E61E1C63C6A}">
      <dsp:nvSpPr>
        <dsp:cNvPr id="0" name=""/>
        <dsp:cNvSpPr/>
      </dsp:nvSpPr>
      <dsp:spPr>
        <a:xfrm>
          <a:off x="1571" y="645739"/>
          <a:ext cx="533039" cy="5330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F2092D-4DF4-47F1-B0CD-E4BF135B54DF}">
      <dsp:nvSpPr>
        <dsp:cNvPr id="0" name=""/>
        <dsp:cNvSpPr/>
      </dsp:nvSpPr>
      <dsp:spPr>
        <a:xfrm>
          <a:off x="1571" y="1273051"/>
          <a:ext cx="1522968" cy="8709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Timely Cancer treatment is critical for outcomes</a:t>
          </a:r>
        </a:p>
      </dsp:txBody>
      <dsp:txXfrm>
        <a:off x="1571" y="1273051"/>
        <a:ext cx="1522968" cy="870947"/>
      </dsp:txXfrm>
    </dsp:sp>
    <dsp:sp modelId="{7C96EC94-E115-496A-A5C5-35047B04F0C2}">
      <dsp:nvSpPr>
        <dsp:cNvPr id="0" name=""/>
        <dsp:cNvSpPr/>
      </dsp:nvSpPr>
      <dsp:spPr>
        <a:xfrm>
          <a:off x="1571" y="2187846"/>
          <a:ext cx="1522968" cy="650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F12ADF-D65E-45E8-804E-A14EAFFC528D}">
      <dsp:nvSpPr>
        <dsp:cNvPr id="0" name=""/>
        <dsp:cNvSpPr/>
      </dsp:nvSpPr>
      <dsp:spPr>
        <a:xfrm>
          <a:off x="1791059" y="645739"/>
          <a:ext cx="533039" cy="5330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5B3384-07B2-4F19-96D7-8F48784CFC62}">
      <dsp:nvSpPr>
        <dsp:cNvPr id="0" name=""/>
        <dsp:cNvSpPr/>
      </dsp:nvSpPr>
      <dsp:spPr>
        <a:xfrm>
          <a:off x="1791059" y="1273051"/>
          <a:ext cx="1522968" cy="8709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New NHS standards</a:t>
          </a:r>
        </a:p>
      </dsp:txBody>
      <dsp:txXfrm>
        <a:off x="1791059" y="1273051"/>
        <a:ext cx="1522968" cy="870947"/>
      </dsp:txXfrm>
    </dsp:sp>
    <dsp:sp modelId="{27CC7423-AB69-4F5B-82E3-4528D8037F9B}">
      <dsp:nvSpPr>
        <dsp:cNvPr id="0" name=""/>
        <dsp:cNvSpPr/>
      </dsp:nvSpPr>
      <dsp:spPr>
        <a:xfrm>
          <a:off x="1791059" y="2187846"/>
          <a:ext cx="1522968" cy="650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28-day FDS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31-day DTT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62-day RTT</a:t>
          </a:r>
        </a:p>
      </dsp:txBody>
      <dsp:txXfrm>
        <a:off x="1791059" y="2187846"/>
        <a:ext cx="1522968" cy="650277"/>
      </dsp:txXfrm>
    </dsp:sp>
    <dsp:sp modelId="{15DE2F02-201A-48D5-8FE0-5BEFE8ABF44A}">
      <dsp:nvSpPr>
        <dsp:cNvPr id="0" name=""/>
        <dsp:cNvSpPr/>
      </dsp:nvSpPr>
      <dsp:spPr>
        <a:xfrm>
          <a:off x="3580547" y="645739"/>
          <a:ext cx="533039" cy="5330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8437C-2E74-4BF8-8DBC-2AEB6C866464}">
      <dsp:nvSpPr>
        <dsp:cNvPr id="0" name=""/>
        <dsp:cNvSpPr/>
      </dsp:nvSpPr>
      <dsp:spPr>
        <a:xfrm>
          <a:off x="3580547" y="1273051"/>
          <a:ext cx="1522968" cy="8709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Post-MDT delays remain poorly visible</a:t>
          </a:r>
        </a:p>
      </dsp:txBody>
      <dsp:txXfrm>
        <a:off x="3580547" y="1273051"/>
        <a:ext cx="1522968" cy="870947"/>
      </dsp:txXfrm>
    </dsp:sp>
    <dsp:sp modelId="{0123D9F0-D4F4-4D3E-A242-1728AA76E753}">
      <dsp:nvSpPr>
        <dsp:cNvPr id="0" name=""/>
        <dsp:cNvSpPr/>
      </dsp:nvSpPr>
      <dsp:spPr>
        <a:xfrm>
          <a:off x="3580547" y="2187846"/>
          <a:ext cx="1522968" cy="650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E77AE1-F76B-4B5B-B3A7-2E7091EA7330}">
      <dsp:nvSpPr>
        <dsp:cNvPr id="0" name=""/>
        <dsp:cNvSpPr/>
      </dsp:nvSpPr>
      <dsp:spPr>
        <a:xfrm>
          <a:off x="5370036" y="645739"/>
          <a:ext cx="533039" cy="5330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ABFCD1-BCFB-46E6-911E-378BA8B2DB82}">
      <dsp:nvSpPr>
        <dsp:cNvPr id="0" name=""/>
        <dsp:cNvSpPr/>
      </dsp:nvSpPr>
      <dsp:spPr>
        <a:xfrm>
          <a:off x="5370036" y="1273051"/>
          <a:ext cx="1522968" cy="8709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Johnson (2024)</a:t>
          </a:r>
        </a:p>
      </dsp:txBody>
      <dsp:txXfrm>
        <a:off x="5370036" y="1273051"/>
        <a:ext cx="1522968" cy="870947"/>
      </dsp:txXfrm>
    </dsp:sp>
    <dsp:sp modelId="{40149E8C-2355-49DF-A598-2093EAE90DEC}">
      <dsp:nvSpPr>
        <dsp:cNvPr id="0" name=""/>
        <dsp:cNvSpPr/>
      </dsp:nvSpPr>
      <dsp:spPr>
        <a:xfrm>
          <a:off x="5370036" y="2187846"/>
          <a:ext cx="1522968" cy="650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558D53-A486-4F31-AC16-8E00B936B0C0}">
      <dsp:nvSpPr>
        <dsp:cNvPr id="0" name=""/>
        <dsp:cNvSpPr/>
      </dsp:nvSpPr>
      <dsp:spPr>
        <a:xfrm>
          <a:off x="1200320" y="316876"/>
          <a:ext cx="1058868" cy="1058868"/>
        </a:xfrm>
        <a:prstGeom prst="rect">
          <a:avLst/>
        </a:prstGeom>
        <a:blipFill>
          <a:blip xmlns:r="http://schemas.openxmlformats.org/officeDocument/2006/relationships">
            <a:duotone>
              <a:schemeClr val="accent2"/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AE5C68-DDD8-46BF-BBBF-B037CEA78D72}">
      <dsp:nvSpPr>
        <dsp:cNvPr id="0" name=""/>
        <dsp:cNvSpPr/>
      </dsp:nvSpPr>
      <dsp:spPr>
        <a:xfrm>
          <a:off x="553234" y="1701637"/>
          <a:ext cx="235304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Design &amp; Evaluate an IDR + dashboard suite</a:t>
          </a:r>
          <a:endParaRPr lang="en-US" sz="1900" kern="1200"/>
        </a:p>
      </dsp:txBody>
      <dsp:txXfrm>
        <a:off x="553234" y="1701637"/>
        <a:ext cx="2353041" cy="720000"/>
      </dsp:txXfrm>
    </dsp:sp>
    <dsp:sp modelId="{F7F57E56-90A7-4B14-8185-F0B7668D4C96}">
      <dsp:nvSpPr>
        <dsp:cNvPr id="0" name=""/>
        <dsp:cNvSpPr/>
      </dsp:nvSpPr>
      <dsp:spPr>
        <a:xfrm>
          <a:off x="3965145" y="316876"/>
          <a:ext cx="1058868" cy="1058868"/>
        </a:xfrm>
        <a:prstGeom prst="rect">
          <a:avLst/>
        </a:prstGeom>
        <a:blipFill>
          <a:blip xmlns:r="http://schemas.openxmlformats.org/officeDocument/2006/relationships">
            <a:duotone>
              <a:schemeClr val="accent3"/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6D0F84-AA88-4840-A149-15CF518073CC}">
      <dsp:nvSpPr>
        <dsp:cNvPr id="0" name=""/>
        <dsp:cNvSpPr/>
      </dsp:nvSpPr>
      <dsp:spPr>
        <a:xfrm>
          <a:off x="3318058" y="1701637"/>
          <a:ext cx="235304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Improve operational visibility</a:t>
          </a:r>
          <a:endParaRPr lang="en-US" sz="1900" kern="1200"/>
        </a:p>
      </dsp:txBody>
      <dsp:txXfrm>
        <a:off x="3318058" y="1701637"/>
        <a:ext cx="2353041" cy="720000"/>
      </dsp:txXfrm>
    </dsp:sp>
    <dsp:sp modelId="{FA807BD9-FCBC-4AD4-B39C-A4B1142A2181}">
      <dsp:nvSpPr>
        <dsp:cNvPr id="0" name=""/>
        <dsp:cNvSpPr/>
      </dsp:nvSpPr>
      <dsp:spPr>
        <a:xfrm>
          <a:off x="2582733" y="3009898"/>
          <a:ext cx="1058868" cy="1058868"/>
        </a:xfrm>
        <a:prstGeom prst="rect">
          <a:avLst/>
        </a:prstGeom>
        <a:blipFill>
          <a:blip xmlns:r="http://schemas.openxmlformats.org/officeDocument/2006/relationships">
            <a:duotone>
              <a:schemeClr val="accent4"/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FD8689-BF92-4BF8-BD0F-10B705DA3430}">
      <dsp:nvSpPr>
        <dsp:cNvPr id="0" name=""/>
        <dsp:cNvSpPr/>
      </dsp:nvSpPr>
      <dsp:spPr>
        <a:xfrm>
          <a:off x="1935646" y="4394659"/>
          <a:ext cx="235304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Support proactive pathway management</a:t>
          </a:r>
          <a:endParaRPr lang="en-US" sz="1900" kern="1200" dirty="0"/>
        </a:p>
      </dsp:txBody>
      <dsp:txXfrm>
        <a:off x="1935646" y="4394659"/>
        <a:ext cx="2353041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DC2FA-6BC9-4D17-8C7B-D46BCA682B04}">
      <dsp:nvSpPr>
        <dsp:cNvPr id="0" name=""/>
        <dsp:cNvSpPr/>
      </dsp:nvSpPr>
      <dsp:spPr>
        <a:xfrm>
          <a:off x="0" y="4891513"/>
          <a:ext cx="1725128" cy="64200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91" tIns="156464" rIns="122691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Derive</a:t>
          </a:r>
        </a:p>
      </dsp:txBody>
      <dsp:txXfrm>
        <a:off x="0" y="4891513"/>
        <a:ext cx="1725128" cy="642008"/>
      </dsp:txXfrm>
    </dsp:sp>
    <dsp:sp modelId="{62DFB027-55C0-4793-8889-5F3B59FD02F0}">
      <dsp:nvSpPr>
        <dsp:cNvPr id="0" name=""/>
        <dsp:cNvSpPr/>
      </dsp:nvSpPr>
      <dsp:spPr>
        <a:xfrm>
          <a:off x="1725128" y="4891513"/>
          <a:ext cx="5175384" cy="64200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81" tIns="203200" rIns="104981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Derive design principles</a:t>
          </a:r>
        </a:p>
      </dsp:txBody>
      <dsp:txXfrm>
        <a:off x="1725128" y="4891513"/>
        <a:ext cx="5175384" cy="642008"/>
      </dsp:txXfrm>
    </dsp:sp>
    <dsp:sp modelId="{C37EA96B-2EE6-470E-80D2-FA8A1AF42439}">
      <dsp:nvSpPr>
        <dsp:cNvPr id="0" name=""/>
        <dsp:cNvSpPr/>
      </dsp:nvSpPr>
      <dsp:spPr>
        <a:xfrm rot="10800000">
          <a:off x="0" y="3913734"/>
          <a:ext cx="1725128" cy="98740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91" tIns="156464" rIns="122691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Evaluate</a:t>
          </a:r>
        </a:p>
      </dsp:txBody>
      <dsp:txXfrm rot="-10800000">
        <a:off x="0" y="3913734"/>
        <a:ext cx="1725128" cy="641815"/>
      </dsp:txXfrm>
    </dsp:sp>
    <dsp:sp modelId="{28AE8682-FAD5-4C57-AEA8-C32EB1EB93FD}">
      <dsp:nvSpPr>
        <dsp:cNvPr id="0" name=""/>
        <dsp:cNvSpPr/>
      </dsp:nvSpPr>
      <dsp:spPr>
        <a:xfrm>
          <a:off x="1725128" y="3913734"/>
          <a:ext cx="5175384" cy="641815"/>
        </a:xfrm>
        <a:prstGeom prst="rect">
          <a:avLst/>
        </a:prstGeom>
        <a:solidFill>
          <a:schemeClr val="accent2">
            <a:tint val="40000"/>
            <a:alpha val="90000"/>
            <a:hueOff val="1346944"/>
            <a:satOff val="-12446"/>
            <a:lumOff val="-1403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346944"/>
              <a:satOff val="-12446"/>
              <a:lumOff val="-14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81" tIns="203200" rIns="104981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Evaluate usability &amp; utility</a:t>
          </a:r>
        </a:p>
      </dsp:txBody>
      <dsp:txXfrm>
        <a:off x="1725128" y="3913734"/>
        <a:ext cx="5175384" cy="641815"/>
      </dsp:txXfrm>
    </dsp:sp>
    <dsp:sp modelId="{D204E4AC-099F-4E21-A18A-E5061E416708}">
      <dsp:nvSpPr>
        <dsp:cNvPr id="0" name=""/>
        <dsp:cNvSpPr/>
      </dsp:nvSpPr>
      <dsp:spPr>
        <a:xfrm rot="10800000">
          <a:off x="0" y="2935955"/>
          <a:ext cx="1725128" cy="98740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91" tIns="156464" rIns="122691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Build</a:t>
          </a:r>
        </a:p>
      </dsp:txBody>
      <dsp:txXfrm rot="-10800000">
        <a:off x="0" y="2935955"/>
        <a:ext cx="1725128" cy="641815"/>
      </dsp:txXfrm>
    </dsp:sp>
    <dsp:sp modelId="{9694E9C7-25AF-44FE-AC8E-F2F8150F1D57}">
      <dsp:nvSpPr>
        <dsp:cNvPr id="0" name=""/>
        <dsp:cNvSpPr/>
      </dsp:nvSpPr>
      <dsp:spPr>
        <a:xfrm>
          <a:off x="1725128" y="2935955"/>
          <a:ext cx="5175384" cy="641815"/>
        </a:xfrm>
        <a:prstGeom prst="rect">
          <a:avLst/>
        </a:prstGeom>
        <a:solidFill>
          <a:schemeClr val="accent2">
            <a:tint val="40000"/>
            <a:alpha val="90000"/>
            <a:hueOff val="2693887"/>
            <a:satOff val="-24893"/>
            <a:lumOff val="-280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693887"/>
              <a:satOff val="-24893"/>
              <a:lumOff val="-28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81" tIns="203200" rIns="104981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Build user-centred dashboards</a:t>
          </a:r>
        </a:p>
      </dsp:txBody>
      <dsp:txXfrm>
        <a:off x="1725128" y="2935955"/>
        <a:ext cx="5175384" cy="641815"/>
      </dsp:txXfrm>
    </dsp:sp>
    <dsp:sp modelId="{7AD7E114-97FA-48B2-8E03-0AF8FF828D58}">
      <dsp:nvSpPr>
        <dsp:cNvPr id="0" name=""/>
        <dsp:cNvSpPr/>
      </dsp:nvSpPr>
      <dsp:spPr>
        <a:xfrm rot="10800000">
          <a:off x="0" y="1958176"/>
          <a:ext cx="1725128" cy="98740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91" tIns="156464" rIns="122691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Design</a:t>
          </a:r>
        </a:p>
      </dsp:txBody>
      <dsp:txXfrm rot="-10800000">
        <a:off x="0" y="1958176"/>
        <a:ext cx="1725128" cy="641815"/>
      </dsp:txXfrm>
    </dsp:sp>
    <dsp:sp modelId="{64B28F46-A994-416D-9576-30D7A4F1A23F}">
      <dsp:nvSpPr>
        <dsp:cNvPr id="0" name=""/>
        <dsp:cNvSpPr/>
      </dsp:nvSpPr>
      <dsp:spPr>
        <a:xfrm>
          <a:off x="1725128" y="1958176"/>
          <a:ext cx="5175384" cy="641815"/>
        </a:xfrm>
        <a:prstGeom prst="rect">
          <a:avLst/>
        </a:prstGeom>
        <a:solidFill>
          <a:schemeClr val="accent2">
            <a:tint val="40000"/>
            <a:alpha val="90000"/>
            <a:hueOff val="4040831"/>
            <a:satOff val="-37339"/>
            <a:lumOff val="-4209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040831"/>
              <a:satOff val="-37339"/>
              <a:lumOff val="-42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81" tIns="203200" rIns="104981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Design integrated data architecture</a:t>
          </a:r>
        </a:p>
      </dsp:txBody>
      <dsp:txXfrm>
        <a:off x="1725128" y="1958176"/>
        <a:ext cx="5175384" cy="641815"/>
      </dsp:txXfrm>
    </dsp:sp>
    <dsp:sp modelId="{F380B1CC-269C-491F-9B90-0293F8CE17EB}">
      <dsp:nvSpPr>
        <dsp:cNvPr id="0" name=""/>
        <dsp:cNvSpPr/>
      </dsp:nvSpPr>
      <dsp:spPr>
        <a:xfrm rot="10800000">
          <a:off x="0" y="980397"/>
          <a:ext cx="1725128" cy="98740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91" tIns="156464" rIns="122691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Analyse</a:t>
          </a:r>
        </a:p>
      </dsp:txBody>
      <dsp:txXfrm rot="-10800000">
        <a:off x="0" y="980397"/>
        <a:ext cx="1725128" cy="641815"/>
      </dsp:txXfrm>
    </dsp:sp>
    <dsp:sp modelId="{D80AA639-5318-45E0-A0AD-96E4027217F8}">
      <dsp:nvSpPr>
        <dsp:cNvPr id="0" name=""/>
        <dsp:cNvSpPr/>
      </dsp:nvSpPr>
      <dsp:spPr>
        <a:xfrm>
          <a:off x="1725128" y="980397"/>
          <a:ext cx="5175384" cy="641815"/>
        </a:xfrm>
        <a:prstGeom prst="rect">
          <a:avLst/>
        </a:prstGeom>
        <a:solidFill>
          <a:schemeClr val="accent2">
            <a:tint val="40000"/>
            <a:alpha val="90000"/>
            <a:hueOff val="5387775"/>
            <a:satOff val="-49786"/>
            <a:lumOff val="-561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387775"/>
              <a:satOff val="-49786"/>
              <a:lumOff val="-56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81" tIns="203200" rIns="104981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Analyse operational factors</a:t>
          </a:r>
        </a:p>
      </dsp:txBody>
      <dsp:txXfrm>
        <a:off x="1725128" y="980397"/>
        <a:ext cx="5175384" cy="641815"/>
      </dsp:txXfrm>
    </dsp:sp>
    <dsp:sp modelId="{6AD795A6-B95E-4506-B8E0-06CC34E0016C}">
      <dsp:nvSpPr>
        <dsp:cNvPr id="0" name=""/>
        <dsp:cNvSpPr/>
      </dsp:nvSpPr>
      <dsp:spPr>
        <a:xfrm rot="10800000">
          <a:off x="0" y="2618"/>
          <a:ext cx="1725128" cy="98740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91" tIns="156464" rIns="122691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Identify</a:t>
          </a:r>
        </a:p>
      </dsp:txBody>
      <dsp:txXfrm rot="-10800000">
        <a:off x="0" y="2618"/>
        <a:ext cx="1725128" cy="641815"/>
      </dsp:txXfrm>
    </dsp:sp>
    <dsp:sp modelId="{13FFB56F-F589-433D-9E82-D6C7CFB40CC6}">
      <dsp:nvSpPr>
        <dsp:cNvPr id="0" name=""/>
        <dsp:cNvSpPr/>
      </dsp:nvSpPr>
      <dsp:spPr>
        <a:xfrm>
          <a:off x="1725128" y="2618"/>
          <a:ext cx="5175384" cy="641815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81" tIns="203200" rIns="104981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Identify post-MDT delays</a:t>
          </a:r>
        </a:p>
      </dsp:txBody>
      <dsp:txXfrm>
        <a:off x="1725128" y="2618"/>
        <a:ext cx="5175384" cy="6418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AB3B61-1A80-4A7F-86E7-8FD0127C7B5C}">
      <dsp:nvSpPr>
        <dsp:cNvPr id="0" name=""/>
        <dsp:cNvSpPr/>
      </dsp:nvSpPr>
      <dsp:spPr>
        <a:xfrm>
          <a:off x="0" y="988600"/>
          <a:ext cx="1643062" cy="197167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0" rIns="162298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Surface breach risks early</a:t>
          </a:r>
          <a:endParaRPr lang="en-US" sz="1600" kern="1200"/>
        </a:p>
      </dsp:txBody>
      <dsp:txXfrm>
        <a:off x="0" y="1777270"/>
        <a:ext cx="1643062" cy="1183005"/>
      </dsp:txXfrm>
    </dsp:sp>
    <dsp:sp modelId="{EC5AD160-8398-4CAC-82EF-0BB408EDCFFD}">
      <dsp:nvSpPr>
        <dsp:cNvPr id="0" name=""/>
        <dsp:cNvSpPr/>
      </dsp:nvSpPr>
      <dsp:spPr>
        <a:xfrm>
          <a:off x="0" y="988600"/>
          <a:ext cx="1643062" cy="78867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165100" rIns="162298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01</a:t>
          </a:r>
        </a:p>
      </dsp:txBody>
      <dsp:txXfrm>
        <a:off x="0" y="988600"/>
        <a:ext cx="1643062" cy="788670"/>
      </dsp:txXfrm>
    </dsp:sp>
    <dsp:sp modelId="{BE9341D6-6A87-4607-BBC2-A5DC8822148C}">
      <dsp:nvSpPr>
        <dsp:cNvPr id="0" name=""/>
        <dsp:cNvSpPr/>
      </dsp:nvSpPr>
      <dsp:spPr>
        <a:xfrm>
          <a:off x="1774507" y="988600"/>
          <a:ext cx="1643062" cy="1971675"/>
        </a:xfrm>
        <a:prstGeom prst="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accent5">
              <a:hueOff val="-2430430"/>
              <a:satOff val="-165"/>
              <a:lumOff val="3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0" rIns="162298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Pair risks with capacity</a:t>
          </a:r>
          <a:endParaRPr lang="en-US" sz="1600" kern="1200"/>
        </a:p>
      </dsp:txBody>
      <dsp:txXfrm>
        <a:off x="1774507" y="1777270"/>
        <a:ext cx="1643062" cy="1183005"/>
      </dsp:txXfrm>
    </dsp:sp>
    <dsp:sp modelId="{4F36F98D-188B-413A-925E-126CAAD4E28A}">
      <dsp:nvSpPr>
        <dsp:cNvPr id="0" name=""/>
        <dsp:cNvSpPr/>
      </dsp:nvSpPr>
      <dsp:spPr>
        <a:xfrm>
          <a:off x="1774507" y="988600"/>
          <a:ext cx="1643062" cy="78867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165100" rIns="162298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02</a:t>
          </a:r>
        </a:p>
      </dsp:txBody>
      <dsp:txXfrm>
        <a:off x="1774507" y="988600"/>
        <a:ext cx="1643062" cy="788670"/>
      </dsp:txXfrm>
    </dsp:sp>
    <dsp:sp modelId="{2CF9968F-4421-4B44-A85F-8F6C36B1E4E1}">
      <dsp:nvSpPr>
        <dsp:cNvPr id="0" name=""/>
        <dsp:cNvSpPr/>
      </dsp:nvSpPr>
      <dsp:spPr>
        <a:xfrm>
          <a:off x="3549015" y="988600"/>
          <a:ext cx="1643062" cy="1971675"/>
        </a:xfrm>
        <a:prstGeom prst="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accent5">
              <a:hueOff val="-4860860"/>
              <a:satOff val="-330"/>
              <a:lumOff val="7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0" rIns="162298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Use canonical pathway events</a:t>
          </a:r>
          <a:endParaRPr lang="en-US" sz="1600" kern="1200"/>
        </a:p>
      </dsp:txBody>
      <dsp:txXfrm>
        <a:off x="3549015" y="1777270"/>
        <a:ext cx="1643062" cy="1183005"/>
      </dsp:txXfrm>
    </dsp:sp>
    <dsp:sp modelId="{3BBFE501-EE79-4851-AC54-BCC7E2A6894D}">
      <dsp:nvSpPr>
        <dsp:cNvPr id="0" name=""/>
        <dsp:cNvSpPr/>
      </dsp:nvSpPr>
      <dsp:spPr>
        <a:xfrm>
          <a:off x="3549015" y="988600"/>
          <a:ext cx="1643062" cy="78867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165100" rIns="162298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03</a:t>
          </a:r>
        </a:p>
      </dsp:txBody>
      <dsp:txXfrm>
        <a:off x="3549015" y="988600"/>
        <a:ext cx="1643062" cy="788670"/>
      </dsp:txXfrm>
    </dsp:sp>
    <dsp:sp modelId="{092F293F-6C23-4DE8-8635-0D892B148AB0}">
      <dsp:nvSpPr>
        <dsp:cNvPr id="0" name=""/>
        <dsp:cNvSpPr/>
      </dsp:nvSpPr>
      <dsp:spPr>
        <a:xfrm>
          <a:off x="5323522" y="988600"/>
          <a:ext cx="1643062" cy="1971675"/>
        </a:xfrm>
        <a:prstGeom prst="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accent5">
              <a:hueOff val="-7291290"/>
              <a:satOff val="-496"/>
              <a:lumOff val="1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0" rIns="162298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Refresh at operational cadence</a:t>
          </a:r>
          <a:endParaRPr lang="en-US" sz="1600" kern="1200"/>
        </a:p>
      </dsp:txBody>
      <dsp:txXfrm>
        <a:off x="5323522" y="1777270"/>
        <a:ext cx="1643062" cy="1183005"/>
      </dsp:txXfrm>
    </dsp:sp>
    <dsp:sp modelId="{2336EC19-087E-401E-A518-7DE085883450}">
      <dsp:nvSpPr>
        <dsp:cNvPr id="0" name=""/>
        <dsp:cNvSpPr/>
      </dsp:nvSpPr>
      <dsp:spPr>
        <a:xfrm>
          <a:off x="5323522" y="988600"/>
          <a:ext cx="1643062" cy="78867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165100" rIns="162298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04</a:t>
          </a:r>
        </a:p>
      </dsp:txBody>
      <dsp:txXfrm>
        <a:off x="5323522" y="988600"/>
        <a:ext cx="1643062" cy="788670"/>
      </dsp:txXfrm>
    </dsp:sp>
    <dsp:sp modelId="{E7C436FA-0430-464E-841D-89E48BAC83DB}">
      <dsp:nvSpPr>
        <dsp:cNvPr id="0" name=""/>
        <dsp:cNvSpPr/>
      </dsp:nvSpPr>
      <dsp:spPr>
        <a:xfrm>
          <a:off x="7098030" y="988600"/>
          <a:ext cx="1643062" cy="1971675"/>
        </a:xfrm>
        <a:prstGeom prst="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accent5">
              <a:hueOff val="-9721720"/>
              <a:satOff val="-661"/>
              <a:lumOff val="15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0" rIns="162298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Preserve provenance</a:t>
          </a:r>
          <a:endParaRPr lang="en-US" sz="1600" kern="1200"/>
        </a:p>
      </dsp:txBody>
      <dsp:txXfrm>
        <a:off x="7098030" y="1777270"/>
        <a:ext cx="1643062" cy="1183005"/>
      </dsp:txXfrm>
    </dsp:sp>
    <dsp:sp modelId="{AC2B16D0-3D33-40D3-8B78-27EC225AB3C1}">
      <dsp:nvSpPr>
        <dsp:cNvPr id="0" name=""/>
        <dsp:cNvSpPr/>
      </dsp:nvSpPr>
      <dsp:spPr>
        <a:xfrm>
          <a:off x="7098030" y="988600"/>
          <a:ext cx="1643062" cy="78867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165100" rIns="162298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05</a:t>
          </a:r>
        </a:p>
      </dsp:txBody>
      <dsp:txXfrm>
        <a:off x="7098030" y="988600"/>
        <a:ext cx="1643062" cy="788670"/>
      </dsp:txXfrm>
    </dsp:sp>
    <dsp:sp modelId="{E1170AD4-6C23-461F-8F53-92C01D123599}">
      <dsp:nvSpPr>
        <dsp:cNvPr id="0" name=""/>
        <dsp:cNvSpPr/>
      </dsp:nvSpPr>
      <dsp:spPr>
        <a:xfrm>
          <a:off x="8872537" y="988600"/>
          <a:ext cx="1643062" cy="1971675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0" rIns="162298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Align dashboards with real tasks</a:t>
          </a:r>
          <a:endParaRPr lang="en-US" sz="1600" kern="1200"/>
        </a:p>
      </dsp:txBody>
      <dsp:txXfrm>
        <a:off x="8872537" y="1777270"/>
        <a:ext cx="1643062" cy="1183005"/>
      </dsp:txXfrm>
    </dsp:sp>
    <dsp:sp modelId="{331C899B-8DA3-4E93-8769-01CAFBC620A3}">
      <dsp:nvSpPr>
        <dsp:cNvPr id="0" name=""/>
        <dsp:cNvSpPr/>
      </dsp:nvSpPr>
      <dsp:spPr>
        <a:xfrm>
          <a:off x="8872537" y="988600"/>
          <a:ext cx="1643062" cy="78867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165100" rIns="162298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06</a:t>
          </a:r>
        </a:p>
      </dsp:txBody>
      <dsp:txXfrm>
        <a:off x="8872537" y="988600"/>
        <a:ext cx="1643062" cy="7886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299D89-F9C9-4BA6-81A3-A8ACBDBD352D}">
      <dsp:nvSpPr>
        <dsp:cNvPr id="0" name=""/>
        <dsp:cNvSpPr/>
      </dsp:nvSpPr>
      <dsp:spPr>
        <a:xfrm>
          <a:off x="212335" y="302868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D26A71-84A7-4D41-B26A-C9F0D05C54EB}">
      <dsp:nvSpPr>
        <dsp:cNvPr id="0" name=""/>
        <dsp:cNvSpPr/>
      </dsp:nvSpPr>
      <dsp:spPr>
        <a:xfrm>
          <a:off x="492877" y="583410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561299-F148-445C-8C8A-6E2F5A865A30}">
      <dsp:nvSpPr>
        <dsp:cNvPr id="0" name=""/>
        <dsp:cNvSpPr/>
      </dsp:nvSpPr>
      <dsp:spPr>
        <a:xfrm>
          <a:off x="1834517" y="302868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Digital referral integration</a:t>
          </a:r>
          <a:endParaRPr lang="en-US" sz="2400" kern="1200"/>
        </a:p>
      </dsp:txBody>
      <dsp:txXfrm>
        <a:off x="1834517" y="302868"/>
        <a:ext cx="3148942" cy="1335915"/>
      </dsp:txXfrm>
    </dsp:sp>
    <dsp:sp modelId="{95F44CB1-AE6B-4A4D-8978-C0CC7ADA7A36}">
      <dsp:nvSpPr>
        <dsp:cNvPr id="0" name=""/>
        <dsp:cNvSpPr/>
      </dsp:nvSpPr>
      <dsp:spPr>
        <a:xfrm>
          <a:off x="5532139" y="302868"/>
          <a:ext cx="1335915" cy="13359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29F272-49FC-4F12-B748-777ADD2DC819}">
      <dsp:nvSpPr>
        <dsp:cNvPr id="0" name=""/>
        <dsp:cNvSpPr/>
      </dsp:nvSpPr>
      <dsp:spPr>
        <a:xfrm>
          <a:off x="5812681" y="583410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73D0CB-9282-493D-B409-14DDDCEB5DA5}">
      <dsp:nvSpPr>
        <dsp:cNvPr id="0" name=""/>
        <dsp:cNvSpPr/>
      </dsp:nvSpPr>
      <dsp:spPr>
        <a:xfrm>
          <a:off x="7154322" y="302868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SACT dataset integration</a:t>
          </a:r>
          <a:endParaRPr lang="en-US" sz="2400" kern="1200"/>
        </a:p>
      </dsp:txBody>
      <dsp:txXfrm>
        <a:off x="7154322" y="302868"/>
        <a:ext cx="3148942" cy="1335915"/>
      </dsp:txXfrm>
    </dsp:sp>
    <dsp:sp modelId="{AD65F770-A829-43DE-9512-079C6DC6305C}">
      <dsp:nvSpPr>
        <dsp:cNvPr id="0" name=""/>
        <dsp:cNvSpPr/>
      </dsp:nvSpPr>
      <dsp:spPr>
        <a:xfrm>
          <a:off x="212335" y="2310092"/>
          <a:ext cx="1335915" cy="13359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D46431-8842-4D97-AB0E-30363DDBB4A2}">
      <dsp:nvSpPr>
        <dsp:cNvPr id="0" name=""/>
        <dsp:cNvSpPr/>
      </dsp:nvSpPr>
      <dsp:spPr>
        <a:xfrm>
          <a:off x="492877" y="259063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D51663-05FA-418C-81AD-416B1AA48FFC}">
      <dsp:nvSpPr>
        <dsp:cNvPr id="0" name=""/>
        <dsp:cNvSpPr/>
      </dsp:nvSpPr>
      <dsp:spPr>
        <a:xfrm>
          <a:off x="1834517" y="231009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Decomposition of CT → Treatment workflow</a:t>
          </a:r>
          <a:endParaRPr lang="en-US" sz="2400" kern="1200"/>
        </a:p>
      </dsp:txBody>
      <dsp:txXfrm>
        <a:off x="1834517" y="2310092"/>
        <a:ext cx="3148942" cy="1335915"/>
      </dsp:txXfrm>
    </dsp:sp>
    <dsp:sp modelId="{A30AFAE7-A729-4172-A8E0-602F9071CF36}">
      <dsp:nvSpPr>
        <dsp:cNvPr id="0" name=""/>
        <dsp:cNvSpPr/>
      </dsp:nvSpPr>
      <dsp:spPr>
        <a:xfrm>
          <a:off x="5532139" y="2310092"/>
          <a:ext cx="1335915" cy="13359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211E28-752B-45D6-9BAC-6DCFB271B398}">
      <dsp:nvSpPr>
        <dsp:cNvPr id="0" name=""/>
        <dsp:cNvSpPr/>
      </dsp:nvSpPr>
      <dsp:spPr>
        <a:xfrm>
          <a:off x="5812681" y="259063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704438-937B-4828-BFE2-B4EF4A1B82C0}">
      <dsp:nvSpPr>
        <dsp:cNvPr id="0" name=""/>
        <dsp:cNvSpPr/>
      </dsp:nvSpPr>
      <dsp:spPr>
        <a:xfrm>
          <a:off x="7154322" y="231009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Clinic-capacity modelling</a:t>
          </a:r>
          <a:endParaRPr lang="en-US" sz="2400" kern="1200"/>
        </a:p>
      </dsp:txBody>
      <dsp:txXfrm>
        <a:off x="7154322" y="2310092"/>
        <a:ext cx="3148942" cy="13359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CC85E5-0A7B-4BF2-BF6E-C27AE6AAE905}">
      <dsp:nvSpPr>
        <dsp:cNvPr id="0" name=""/>
        <dsp:cNvSpPr/>
      </dsp:nvSpPr>
      <dsp:spPr>
        <a:xfrm>
          <a:off x="478800" y="894438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2DB0A5-53FB-4A65-91FD-433AEB49296B}">
      <dsp:nvSpPr>
        <dsp:cNvPr id="0" name=""/>
        <dsp:cNvSpPr/>
      </dsp:nvSpPr>
      <dsp:spPr>
        <a:xfrm>
          <a:off x="712800" y="112843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99D30-E581-4D7D-A24B-2E7CFBE83FF4}">
      <dsp:nvSpPr>
        <dsp:cNvPr id="0" name=""/>
        <dsp:cNvSpPr/>
      </dsp:nvSpPr>
      <dsp:spPr>
        <a:xfrm>
          <a:off x="127800" y="23344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kern="1200"/>
            <a:t>Lightweight IDR improves visibility</a:t>
          </a:r>
          <a:endParaRPr lang="en-US" sz="1200" kern="1200"/>
        </a:p>
      </dsp:txBody>
      <dsp:txXfrm>
        <a:off x="127800" y="2334438"/>
        <a:ext cx="1800000" cy="720000"/>
      </dsp:txXfrm>
    </dsp:sp>
    <dsp:sp modelId="{3B0C366C-7908-437A-890C-46AB3EDF7AD8}">
      <dsp:nvSpPr>
        <dsp:cNvPr id="0" name=""/>
        <dsp:cNvSpPr/>
      </dsp:nvSpPr>
      <dsp:spPr>
        <a:xfrm>
          <a:off x="2593800" y="894438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1ABFC6-F4C6-4627-B907-F30FAB19A960}">
      <dsp:nvSpPr>
        <dsp:cNvPr id="0" name=""/>
        <dsp:cNvSpPr/>
      </dsp:nvSpPr>
      <dsp:spPr>
        <a:xfrm>
          <a:off x="2827800" y="112843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2DCEBC-6B98-439B-92F5-A2EB5B2906CE}">
      <dsp:nvSpPr>
        <dsp:cNvPr id="0" name=""/>
        <dsp:cNvSpPr/>
      </dsp:nvSpPr>
      <dsp:spPr>
        <a:xfrm>
          <a:off x="2242800" y="23344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kern="1200"/>
            <a:t>Dashboards reveal hidden bottlenecks</a:t>
          </a:r>
          <a:endParaRPr lang="en-US" sz="1200" kern="1200"/>
        </a:p>
      </dsp:txBody>
      <dsp:txXfrm>
        <a:off x="2242800" y="2334438"/>
        <a:ext cx="1800000" cy="720000"/>
      </dsp:txXfrm>
    </dsp:sp>
    <dsp:sp modelId="{3ADAFCF3-72D7-4C20-9469-13F96F818A5C}">
      <dsp:nvSpPr>
        <dsp:cNvPr id="0" name=""/>
        <dsp:cNvSpPr/>
      </dsp:nvSpPr>
      <dsp:spPr>
        <a:xfrm>
          <a:off x="4708800" y="894438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299DE8-0621-4AA3-8D1B-F5CF2F2843F9}">
      <dsp:nvSpPr>
        <dsp:cNvPr id="0" name=""/>
        <dsp:cNvSpPr/>
      </dsp:nvSpPr>
      <dsp:spPr>
        <a:xfrm>
          <a:off x="4942800" y="112843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B73CC4-831E-4C90-8D0C-7558BA112496}">
      <dsp:nvSpPr>
        <dsp:cNvPr id="0" name=""/>
        <dsp:cNvSpPr/>
      </dsp:nvSpPr>
      <dsp:spPr>
        <a:xfrm>
          <a:off x="4357800" y="23344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kern="1200"/>
            <a:t>Supports proactive operational management</a:t>
          </a:r>
          <a:endParaRPr lang="en-US" sz="1200" kern="1200"/>
        </a:p>
      </dsp:txBody>
      <dsp:txXfrm>
        <a:off x="4357800" y="2334438"/>
        <a:ext cx="1800000" cy="720000"/>
      </dsp:txXfrm>
    </dsp:sp>
    <dsp:sp modelId="{A86B810C-E9B6-4BFD-BE30-1104FC07B24B}">
      <dsp:nvSpPr>
        <dsp:cNvPr id="0" name=""/>
        <dsp:cNvSpPr/>
      </dsp:nvSpPr>
      <dsp:spPr>
        <a:xfrm>
          <a:off x="6823800" y="894438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2145A5-B8E2-4461-9B2D-F29D6B57249D}">
      <dsp:nvSpPr>
        <dsp:cNvPr id="0" name=""/>
        <dsp:cNvSpPr/>
      </dsp:nvSpPr>
      <dsp:spPr>
        <a:xfrm>
          <a:off x="7057800" y="112843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B955E7-1ADB-4DE7-97AA-B7C3FED9A040}">
      <dsp:nvSpPr>
        <dsp:cNvPr id="0" name=""/>
        <dsp:cNvSpPr/>
      </dsp:nvSpPr>
      <dsp:spPr>
        <a:xfrm>
          <a:off x="6472800" y="23344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kern="1200"/>
            <a:t>Provides transferable design principles</a:t>
          </a:r>
          <a:endParaRPr lang="en-US" sz="1200" kern="1200"/>
        </a:p>
      </dsp:txBody>
      <dsp:txXfrm>
        <a:off x="6472800" y="2334438"/>
        <a:ext cx="1800000" cy="720000"/>
      </dsp:txXfrm>
    </dsp:sp>
    <dsp:sp modelId="{1E9BAAD7-2061-4E59-9FD8-B0CDF46614CD}">
      <dsp:nvSpPr>
        <dsp:cNvPr id="0" name=""/>
        <dsp:cNvSpPr/>
      </dsp:nvSpPr>
      <dsp:spPr>
        <a:xfrm>
          <a:off x="8938800" y="894438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E8111B-7FA1-42AF-A71C-15415674874E}">
      <dsp:nvSpPr>
        <dsp:cNvPr id="0" name=""/>
        <dsp:cNvSpPr/>
      </dsp:nvSpPr>
      <dsp:spPr>
        <a:xfrm>
          <a:off x="9172800" y="112843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D2A11A-47B0-4F97-AC79-1875806A6854}">
      <dsp:nvSpPr>
        <dsp:cNvPr id="0" name=""/>
        <dsp:cNvSpPr/>
      </dsp:nvSpPr>
      <dsp:spPr>
        <a:xfrm>
          <a:off x="8587800" y="23344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kern="1200"/>
            <a:t>Enables faster, more reliable progression to treatment</a:t>
          </a:r>
          <a:endParaRPr lang="en-US" sz="1200" kern="1200"/>
        </a:p>
      </dsp:txBody>
      <dsp:txXfrm>
        <a:off x="8587800" y="2334438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0D651E-3813-4A7E-B3DC-A14634758ECC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0C858E-C025-4AF1-A6DD-B6046B0811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7725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Good afternoon. My name is </a:t>
            </a:r>
            <a:r>
              <a:rPr lang="en-GB" b="0" dirty="0"/>
              <a:t>Mark Collins</a:t>
            </a:r>
            <a:r>
              <a:rPr lang="en-GB" dirty="0"/>
              <a:t>, and today I’ll be presenting my MSc dissertation project, which focuses on reducing delays between MDT outcome and treatment initiation in NHS oncology pathways through a Design Science Research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858E-C025-4AF1-A6DD-B6046B0811A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7226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effectLst/>
              </a:rPr>
              <a:t>Timely cancer treatment is critical. Delays at any stage — diagnosis, MDT decision, clinic access, or treatment planning — can worsen outcomes, reduce patient experience, and impact national performance standards.</a:t>
            </a:r>
            <a:endParaRPr lang="en-GB" dirty="0"/>
          </a:p>
          <a:p>
            <a:r>
              <a:rPr lang="en-GB" dirty="0">
                <a:effectLst/>
              </a:rPr>
              <a:t>The NHS now focuses on three key standards: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28‑day Faster Diagnosis Standard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31‑day Decision‑to‑Treat to Treatment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62‑day Referral‑to‑Treatment</a:t>
            </a:r>
            <a:endParaRPr lang="en-GB" dirty="0"/>
          </a:p>
          <a:p>
            <a:r>
              <a:rPr lang="en-GB" dirty="0">
                <a:effectLst/>
              </a:rPr>
              <a:t>Yet many Trusts still struggle with fragmented data, inconsistent reporting, and limited visibility of post‑MDT workflow delays.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858E-C025-4AF1-A6DD-B6046B0811A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919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effectLst/>
              </a:rPr>
              <a:t>Across Portsmouth Hospitals University NHS Trust, operational data is scattered across: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MDT systems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PAS clinic systems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Radiotherapy systems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Manual referral registers</a:t>
            </a:r>
            <a:endParaRPr lang="en-GB" dirty="0"/>
          </a:p>
          <a:p>
            <a:r>
              <a:rPr lang="en-GB" dirty="0">
                <a:effectLst/>
              </a:rPr>
              <a:t>This fragmentation means: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Bottlenecks are hidden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Breach risks are spotted too late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Operational teams rely on manual spreadsheets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National standards are monitored retrospectively rather than proactively</a:t>
            </a:r>
            <a:endParaRPr lang="en-GB" dirty="0"/>
          </a:p>
          <a:p>
            <a:r>
              <a:rPr lang="en-GB" dirty="0">
                <a:effectLst/>
              </a:rPr>
              <a:t>As the dissertation states:</a:t>
            </a:r>
            <a:endParaRPr lang="en-GB" dirty="0"/>
          </a:p>
          <a:p>
            <a:r>
              <a:rPr lang="en-GB" i="1" dirty="0">
                <a:effectLst/>
              </a:rPr>
              <a:t>“Delays between MDT outcomes, first oncology clinic, decision‑to‑treat, and first definitive treatment remain insufficiently visible.”</a:t>
            </a:r>
            <a:endParaRPr lang="en-GB" i="1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858E-C025-4AF1-A6DD-B6046B0811A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841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design and evaluate an Integrated Data Repository (IDR) and decision‑support dashboard capable of improving operational visibility and proactive management of post‑MDT oncology pathways.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858E-C025-4AF1-A6DD-B6046B0811A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2995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dirty="0">
                <a:effectLst/>
              </a:rPr>
              <a:t>Identify and quantify post‑MDT pathway delays</a:t>
            </a:r>
            <a:endParaRPr lang="en-GB" dirty="0"/>
          </a:p>
          <a:p>
            <a:pPr lvl="0"/>
            <a:r>
              <a:rPr lang="en-GB" dirty="0">
                <a:effectLst/>
              </a:rPr>
              <a:t>Determine operational factors associated with delay</a:t>
            </a:r>
            <a:endParaRPr lang="en-GB" dirty="0"/>
          </a:p>
          <a:p>
            <a:pPr lvl="0"/>
            <a:r>
              <a:rPr lang="en-GB" dirty="0">
                <a:effectLst/>
              </a:rPr>
              <a:t>Design an integrated data architecture</a:t>
            </a:r>
            <a:endParaRPr lang="en-GB" dirty="0"/>
          </a:p>
          <a:p>
            <a:pPr lvl="0"/>
            <a:r>
              <a:rPr lang="en-GB" dirty="0">
                <a:effectLst/>
              </a:rPr>
              <a:t>Develop a user‑centred dashboard</a:t>
            </a:r>
            <a:endParaRPr lang="en-GB" dirty="0"/>
          </a:p>
          <a:p>
            <a:pPr lvl="0"/>
            <a:r>
              <a:rPr lang="en-GB" dirty="0">
                <a:effectLst/>
              </a:rPr>
              <a:t>Evaluate utility, usability, and technical validity</a:t>
            </a:r>
            <a:endParaRPr lang="en-GB" dirty="0"/>
          </a:p>
          <a:p>
            <a:pPr lvl="0"/>
            <a:r>
              <a:rPr lang="en-GB" dirty="0">
                <a:effectLst/>
              </a:rPr>
              <a:t>Derive transferable design principles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858E-C025-4AF1-A6DD-B6046B0811A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6884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effectLst/>
              </a:rPr>
              <a:t>I used the </a:t>
            </a:r>
            <a:r>
              <a:rPr lang="en-GB" b="1" dirty="0">
                <a:effectLst/>
              </a:rPr>
              <a:t>Design Science Research Methodology (DSRM)</a:t>
            </a:r>
            <a:r>
              <a:rPr lang="en-GB" dirty="0">
                <a:effectLst/>
              </a:rPr>
              <a:t>, which is ideal when the goal is to build and evaluate a technological artefact.</a:t>
            </a:r>
            <a:endParaRPr lang="en-GB" dirty="0"/>
          </a:p>
          <a:p>
            <a:r>
              <a:rPr lang="en-GB" dirty="0">
                <a:effectLst/>
              </a:rPr>
              <a:t>Six stages guided the project:</a:t>
            </a:r>
            <a:endParaRPr lang="en-GB" dirty="0"/>
          </a:p>
          <a:p>
            <a:pPr lvl="0"/>
            <a:r>
              <a:rPr lang="en-GB" dirty="0">
                <a:effectLst/>
              </a:rPr>
              <a:t>Problem identification</a:t>
            </a:r>
            <a:endParaRPr lang="en-GB" dirty="0"/>
          </a:p>
          <a:p>
            <a:pPr lvl="0"/>
            <a:r>
              <a:rPr lang="en-GB" dirty="0">
                <a:effectLst/>
              </a:rPr>
              <a:t>Define objectives</a:t>
            </a:r>
            <a:endParaRPr lang="en-GB" dirty="0"/>
          </a:p>
          <a:p>
            <a:pPr lvl="0"/>
            <a:r>
              <a:rPr lang="en-GB" dirty="0">
                <a:effectLst/>
              </a:rPr>
              <a:t>Design &amp; development</a:t>
            </a:r>
            <a:endParaRPr lang="en-GB" dirty="0"/>
          </a:p>
          <a:p>
            <a:pPr lvl="0"/>
            <a:r>
              <a:rPr lang="en-GB" dirty="0">
                <a:effectLst/>
              </a:rPr>
              <a:t>Demonstration</a:t>
            </a:r>
            <a:endParaRPr lang="en-GB" dirty="0"/>
          </a:p>
          <a:p>
            <a:pPr lvl="0"/>
            <a:r>
              <a:rPr lang="en-GB" dirty="0">
                <a:effectLst/>
              </a:rPr>
              <a:t>Evaluation</a:t>
            </a:r>
            <a:endParaRPr lang="en-GB" dirty="0"/>
          </a:p>
          <a:p>
            <a:pPr lvl="0"/>
            <a:r>
              <a:rPr lang="en-GB" dirty="0">
                <a:effectLst/>
              </a:rPr>
              <a:t>Communication</a:t>
            </a:r>
            <a:endParaRPr lang="en-GB" dirty="0"/>
          </a:p>
          <a:p>
            <a:r>
              <a:rPr lang="en-GB" dirty="0">
                <a:effectLst/>
              </a:rPr>
              <a:t>This approach allowed me to build a real operational tool while generating academically transferable design principles.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858E-C025-4AF1-A6DD-B6046B0811A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578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effectLst/>
              </a:rPr>
              <a:t>The IDR integrates three operational datasets: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Oncology referral register</a:t>
            </a:r>
            <a:r>
              <a:rPr lang="en-GB" dirty="0">
                <a:effectLst/>
              </a:rPr>
              <a:t> (SharePoint)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PAS clinic activity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Aria radiotherapy workflow data</a:t>
            </a:r>
            <a:endParaRPr lang="en-GB" dirty="0"/>
          </a:p>
          <a:p>
            <a:r>
              <a:rPr lang="en-GB" dirty="0">
                <a:effectLst/>
              </a:rPr>
              <a:t>A layered architecture was implemented: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Staging layer</a:t>
            </a:r>
            <a:r>
              <a:rPr lang="en-GB" dirty="0">
                <a:effectLst/>
              </a:rPr>
              <a:t> — raw extracts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Integration layer</a:t>
            </a:r>
            <a:r>
              <a:rPr lang="en-GB" dirty="0">
                <a:effectLst/>
              </a:rPr>
              <a:t> — harmonisation, business rules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Fact layer</a:t>
            </a:r>
            <a:r>
              <a:rPr lang="en-GB" dirty="0">
                <a:effectLst/>
              </a:rPr>
              <a:t> — analytics‑ready tables</a:t>
            </a:r>
            <a:endParaRPr lang="en-GB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Power BI dashboards</a:t>
            </a:r>
            <a:endParaRPr lang="en-GB" dirty="0"/>
          </a:p>
          <a:p>
            <a:r>
              <a:rPr lang="en-GB" dirty="0">
                <a:effectLst/>
              </a:rPr>
              <a:t>A key insight from development:</a:t>
            </a:r>
            <a:endParaRPr lang="en-GB" dirty="0"/>
          </a:p>
          <a:p>
            <a:r>
              <a:rPr lang="en-GB" dirty="0">
                <a:effectLst/>
              </a:rPr>
              <a:t>“Repository development identified previously unrecognised operational data‑quality issues including duplicate referral records and incomplete clinic outcome recording.”</a:t>
            </a:r>
            <a:endParaRPr lang="en-GB" dirty="0"/>
          </a:p>
          <a:p>
            <a:r>
              <a:rPr lang="en-GB" dirty="0">
                <a:effectLst/>
              </a:rPr>
              <a:t>This alone demonstrated the value of integrating siloed systems.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858E-C025-4AF1-A6DD-B6046B0811A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0661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1. Oncology Referral Dashboard</a:t>
            </a:r>
          </a:p>
          <a:p>
            <a:r>
              <a:rPr lang="en-GB" dirty="0">
                <a:effectLst/>
              </a:rPr>
              <a:t>Shows active referrals, waiting times, booking lead times, and missing clinic outcomes.</a:t>
            </a:r>
            <a:endParaRPr lang="en-GB" dirty="0"/>
          </a:p>
          <a:p>
            <a:r>
              <a:rPr lang="en-GB" b="1" dirty="0"/>
              <a:t>2. Integrated Post‑MDT Pathway Dashboard</a:t>
            </a:r>
          </a:p>
          <a:p>
            <a:r>
              <a:rPr lang="en-GB" dirty="0">
                <a:effectLst/>
              </a:rPr>
              <a:t>Provides end‑to‑end visibility from referral → clinic → CT → treatment.</a:t>
            </a:r>
            <a:endParaRPr lang="en-GB" dirty="0"/>
          </a:p>
          <a:p>
            <a:r>
              <a:rPr lang="en-GB" dirty="0">
                <a:effectLst/>
              </a:rPr>
              <a:t>Each dashboard is task‑oriented, aligning with ISO 9241‑110 usability principles.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858E-C025-4AF1-A6DD-B6046B0811A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349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2. Radiotherapy Service Health Dashboard</a:t>
            </a:r>
          </a:p>
          <a:p>
            <a:r>
              <a:rPr lang="en-GB" dirty="0">
                <a:effectLst/>
              </a:rPr>
              <a:t>Shows capacity utilisation, demand forecasting, and patient risk categories.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858E-C025-4AF1-A6DD-B6046B0811A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1797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effectLst/>
              </a:rPr>
              <a:t>Two bottlenecks dominate:</a:t>
            </a:r>
            <a:endParaRPr lang="en-GB" dirty="0"/>
          </a:p>
          <a:p>
            <a:r>
              <a:rPr lang="en-GB" b="1" dirty="0"/>
              <a:t>1. Triage → First Oncology Clinic (8 days)</a:t>
            </a:r>
          </a:p>
          <a:p>
            <a:r>
              <a:rPr lang="en-GB" dirty="0">
                <a:effectLst/>
              </a:rPr>
              <a:t>This reflects clinic access, booking efficiency, and triage workflow.</a:t>
            </a:r>
            <a:endParaRPr lang="en-GB" dirty="0"/>
          </a:p>
          <a:p>
            <a:r>
              <a:rPr lang="en-GB" b="1" dirty="0"/>
              <a:t>2. CT Simulation → Treatment Start (16 days)</a:t>
            </a:r>
          </a:p>
          <a:p>
            <a:r>
              <a:rPr lang="en-GB" dirty="0">
                <a:effectLst/>
              </a:rPr>
              <a:t>This includes contouring, planning, QA, and booking — none of which are visible in existing reporting systems.</a:t>
            </a:r>
            <a:endParaRPr lang="en-GB" dirty="0"/>
          </a:p>
          <a:p>
            <a:r>
              <a:rPr lang="en-GB" dirty="0">
                <a:effectLst/>
              </a:rPr>
              <a:t>As the dissertation notes:</a:t>
            </a:r>
            <a:endParaRPr lang="en-GB" dirty="0"/>
          </a:p>
          <a:p>
            <a:r>
              <a:rPr lang="en-GB" dirty="0">
                <a:effectLst/>
              </a:rPr>
              <a:t>“The largest delay occurred between CT simulation and treatment initiation (16 days).”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858E-C025-4AF1-A6DD-B6046B0811A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87807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effectLst/>
              </a:rPr>
              <a:t>The radiotherapy dashboard showed:</a:t>
            </a:r>
            <a:endParaRPr lang="en-GB" dirty="0"/>
          </a:p>
          <a:p>
            <a:pPr lvl="0"/>
            <a:r>
              <a:rPr lang="en-GB" b="1" dirty="0">
                <a:effectLst/>
              </a:rPr>
              <a:t>204 active patients</a:t>
            </a:r>
            <a:endParaRPr lang="en-GB" dirty="0"/>
          </a:p>
          <a:p>
            <a:pPr lvl="0"/>
            <a:r>
              <a:rPr lang="en-GB" b="1" dirty="0">
                <a:effectLst/>
              </a:rPr>
              <a:t>32 predicted future referrals</a:t>
            </a:r>
            <a:endParaRPr lang="en-GB" dirty="0"/>
          </a:p>
          <a:p>
            <a:pPr lvl="0"/>
            <a:r>
              <a:rPr lang="en-GB" b="1" dirty="0">
                <a:effectLst/>
              </a:rPr>
              <a:t>81.56% utilisation</a:t>
            </a:r>
            <a:r>
              <a:rPr lang="en-GB" dirty="0">
                <a:effectLst/>
              </a:rPr>
              <a:t>, above the 80% planning threshold</a:t>
            </a:r>
            <a:endParaRPr lang="en-GB" dirty="0"/>
          </a:p>
          <a:p>
            <a:pPr lvl="0"/>
            <a:r>
              <a:rPr lang="en-GB" b="1" dirty="0">
                <a:effectLst/>
              </a:rPr>
              <a:t>Portsmouth had the highest linac utilisation in England</a:t>
            </a:r>
            <a:r>
              <a:rPr lang="en-GB" dirty="0">
                <a:effectLst/>
              </a:rPr>
              <a:t> (RAD20 dataset)</a:t>
            </a:r>
            <a:endParaRPr lang="en-GB" dirty="0"/>
          </a:p>
          <a:p>
            <a:r>
              <a:rPr lang="en-GB" dirty="0">
                <a:effectLst/>
              </a:rPr>
              <a:t>Risk stratification revealed:</a:t>
            </a:r>
            <a:endParaRPr lang="en-GB" dirty="0"/>
          </a:p>
          <a:p>
            <a:pPr lvl="0"/>
            <a:r>
              <a:rPr lang="en-GB" dirty="0">
                <a:effectLst/>
              </a:rPr>
              <a:t>69.6% within JCCO guidelines</a:t>
            </a:r>
            <a:endParaRPr lang="en-GB" dirty="0"/>
          </a:p>
          <a:p>
            <a:pPr lvl="0"/>
            <a:r>
              <a:rPr lang="en-GB" dirty="0">
                <a:effectLst/>
              </a:rPr>
              <a:t>27.9% outside JCCO but within national targets</a:t>
            </a:r>
            <a:endParaRPr lang="en-GB" dirty="0"/>
          </a:p>
          <a:p>
            <a:pPr lvl="0"/>
            <a:r>
              <a:rPr lang="en-GB" dirty="0">
                <a:effectLst/>
              </a:rPr>
              <a:t>2.45% breaching the 31‑day standard</a:t>
            </a:r>
            <a:endParaRPr lang="en-GB" dirty="0"/>
          </a:p>
          <a:p>
            <a:r>
              <a:rPr lang="en-GB" dirty="0">
                <a:effectLst/>
              </a:rPr>
              <a:t>This validated the need for proactive breach‑risk monitoring.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858E-C025-4AF1-A6DD-B6046B0811A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87513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effectLst/>
              </a:rPr>
              <a:t>Three senior stakeholders evaluated the dashboards:</a:t>
            </a:r>
            <a:endParaRPr lang="en-GB" dirty="0"/>
          </a:p>
          <a:p>
            <a:pPr lvl="0"/>
            <a:r>
              <a:rPr lang="en-GB" dirty="0">
                <a:effectLst/>
              </a:rPr>
              <a:t>Clinical Oncology Director</a:t>
            </a:r>
            <a:endParaRPr lang="en-GB" dirty="0"/>
          </a:p>
          <a:p>
            <a:pPr lvl="0"/>
            <a:r>
              <a:rPr lang="en-GB" dirty="0">
                <a:effectLst/>
              </a:rPr>
              <a:t>Radiotherapy Operations Manager</a:t>
            </a:r>
            <a:endParaRPr lang="en-GB" dirty="0"/>
          </a:p>
          <a:p>
            <a:pPr lvl="0"/>
            <a:r>
              <a:rPr lang="en-GB" dirty="0">
                <a:effectLst/>
              </a:rPr>
              <a:t>Lead Treatment Radiographer</a:t>
            </a:r>
            <a:endParaRPr lang="en-GB" dirty="0"/>
          </a:p>
          <a:p>
            <a:r>
              <a:rPr lang="en-GB" b="1" dirty="0"/>
              <a:t>System Usability Scale (SUS): 93.3</a:t>
            </a:r>
          </a:p>
          <a:p>
            <a:r>
              <a:rPr lang="en-GB" dirty="0">
                <a:effectLst/>
              </a:rPr>
              <a:t>A score above 90 is considered “excellent” usability.</a:t>
            </a:r>
            <a:endParaRPr lang="en-GB" dirty="0"/>
          </a:p>
          <a:p>
            <a:r>
              <a:rPr lang="en-GB" dirty="0">
                <a:effectLst/>
              </a:rPr>
              <a:t>Participants strongly agreed that the dashboards:</a:t>
            </a:r>
            <a:endParaRPr lang="en-GB" dirty="0"/>
          </a:p>
          <a:p>
            <a:pPr lvl="0"/>
            <a:r>
              <a:rPr lang="en-GB" dirty="0">
                <a:effectLst/>
              </a:rPr>
              <a:t>Improved visibility</a:t>
            </a:r>
            <a:endParaRPr lang="en-GB" dirty="0"/>
          </a:p>
          <a:p>
            <a:pPr lvl="0"/>
            <a:r>
              <a:rPr lang="en-GB" dirty="0">
                <a:effectLst/>
              </a:rPr>
              <a:t>Supported proactive breach prevention</a:t>
            </a:r>
            <a:endParaRPr lang="en-GB" dirty="0"/>
          </a:p>
          <a:p>
            <a:pPr lvl="0"/>
            <a:r>
              <a:rPr lang="en-GB" dirty="0">
                <a:effectLst/>
              </a:rPr>
              <a:t>Reduced manual reporting</a:t>
            </a:r>
            <a:endParaRPr lang="en-GB" dirty="0"/>
          </a:p>
          <a:p>
            <a:pPr lvl="0"/>
            <a:r>
              <a:rPr lang="en-GB" dirty="0">
                <a:effectLst/>
              </a:rPr>
              <a:t>Would be used in routine operations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858E-C025-4AF1-A6DD-B6046B0811A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25236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effectLst/>
              </a:rPr>
              <a:t>Six evaluated design principles emerged:</a:t>
            </a:r>
            <a:endParaRPr lang="en-GB" dirty="0"/>
          </a:p>
          <a:p>
            <a:pPr lvl="0"/>
            <a:r>
              <a:rPr lang="en-GB" b="1" dirty="0">
                <a:effectLst/>
              </a:rPr>
              <a:t>Surface breach risks early</a:t>
            </a:r>
            <a:endParaRPr lang="en-GB" dirty="0"/>
          </a:p>
          <a:p>
            <a:pPr lvl="0"/>
            <a:r>
              <a:rPr lang="en-GB" b="1" dirty="0">
                <a:effectLst/>
              </a:rPr>
              <a:t>Pair risks with capacity data</a:t>
            </a:r>
            <a:endParaRPr lang="en-GB" dirty="0"/>
          </a:p>
          <a:p>
            <a:pPr lvl="0"/>
            <a:r>
              <a:rPr lang="en-GB" b="1" dirty="0">
                <a:effectLst/>
              </a:rPr>
              <a:t>Use canonical pathway events</a:t>
            </a:r>
            <a:endParaRPr lang="en-GB" dirty="0"/>
          </a:p>
          <a:p>
            <a:pPr lvl="0"/>
            <a:r>
              <a:rPr lang="en-GB" b="1" dirty="0">
                <a:effectLst/>
              </a:rPr>
              <a:t>Refresh data at the operational cadence</a:t>
            </a:r>
            <a:endParaRPr lang="en-GB" dirty="0"/>
          </a:p>
          <a:p>
            <a:pPr lvl="0"/>
            <a:r>
              <a:rPr lang="en-GB" b="1" dirty="0">
                <a:effectLst/>
              </a:rPr>
              <a:t>Preserve provenance and auditability</a:t>
            </a:r>
            <a:endParaRPr lang="en-GB" dirty="0"/>
          </a:p>
          <a:p>
            <a:pPr lvl="0"/>
            <a:r>
              <a:rPr lang="en-GB" b="1" dirty="0">
                <a:effectLst/>
              </a:rPr>
              <a:t>Align dashboards with real operational tasks</a:t>
            </a:r>
            <a:endParaRPr lang="en-GB" dirty="0"/>
          </a:p>
          <a:p>
            <a:r>
              <a:rPr lang="en-GB" dirty="0">
                <a:effectLst/>
              </a:rPr>
              <a:t>These principles form the transferable academic contribution of the study.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858E-C025-4AF1-A6DD-B6046B0811A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82435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dirty="0">
                <a:effectLst/>
              </a:rPr>
              <a:t>Single‑site study</a:t>
            </a:r>
            <a:endParaRPr lang="en-GB" dirty="0"/>
          </a:p>
          <a:p>
            <a:pPr lvl="0"/>
            <a:r>
              <a:rPr lang="en-GB" dirty="0">
                <a:effectLst/>
              </a:rPr>
              <a:t>Dependent on source‑system data quality</a:t>
            </a:r>
            <a:endParaRPr lang="en-GB" dirty="0"/>
          </a:p>
          <a:p>
            <a:pPr lvl="0"/>
            <a:r>
              <a:rPr lang="en-GB" dirty="0" err="1">
                <a:effectLst/>
              </a:rPr>
              <a:t>CT→Treatment</a:t>
            </a:r>
            <a:r>
              <a:rPr lang="en-GB" dirty="0">
                <a:effectLst/>
              </a:rPr>
              <a:t> interval aggregates multiple hidden processes</a:t>
            </a:r>
            <a:endParaRPr lang="en-GB" dirty="0"/>
          </a:p>
          <a:p>
            <a:pPr lvl="0"/>
            <a:r>
              <a:rPr lang="en-GB" dirty="0">
                <a:effectLst/>
              </a:rPr>
              <a:t>Evaluation focused on usability, not patient outcomes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858E-C025-4AF1-A6DD-B6046B0811A6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60127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effectLst/>
              </a:rPr>
              <a:t>Four major enhancements:</a:t>
            </a:r>
            <a:endParaRPr lang="en-GB" dirty="0"/>
          </a:p>
          <a:p>
            <a:pPr lvl="0"/>
            <a:r>
              <a:rPr lang="en-GB" b="1" dirty="0">
                <a:effectLst/>
              </a:rPr>
              <a:t>Integration of digital referral pathways</a:t>
            </a:r>
            <a:r>
              <a:rPr lang="en-GB" dirty="0">
                <a:effectLst/>
              </a:rPr>
              <a:t> Already underway with Urology → Oncology e‑referrals.</a:t>
            </a:r>
            <a:endParaRPr lang="en-GB" dirty="0"/>
          </a:p>
          <a:p>
            <a:pPr lvl="0"/>
            <a:r>
              <a:rPr lang="en-GB" b="1" dirty="0">
                <a:effectLst/>
              </a:rPr>
              <a:t>SACT dataset integration</a:t>
            </a:r>
            <a:r>
              <a:rPr lang="en-GB" dirty="0">
                <a:effectLst/>
              </a:rPr>
              <a:t> Planned after regional system upgrade.</a:t>
            </a:r>
            <a:endParaRPr lang="en-GB" dirty="0"/>
          </a:p>
          <a:p>
            <a:pPr lvl="0"/>
            <a:r>
              <a:rPr lang="en-GB" b="1" dirty="0">
                <a:effectLst/>
              </a:rPr>
              <a:t>Decomposition of </a:t>
            </a:r>
            <a:r>
              <a:rPr lang="en-GB" b="1" dirty="0" err="1">
                <a:effectLst/>
              </a:rPr>
              <a:t>CT→Treatment</a:t>
            </a:r>
            <a:r>
              <a:rPr lang="en-GB" b="1" dirty="0">
                <a:effectLst/>
              </a:rPr>
              <a:t> interval</a:t>
            </a:r>
            <a:r>
              <a:rPr lang="en-GB" dirty="0">
                <a:effectLst/>
              </a:rPr>
              <a:t> Adding contouring, planning, QA, booking events.</a:t>
            </a:r>
            <a:endParaRPr lang="en-GB" dirty="0"/>
          </a:p>
          <a:p>
            <a:pPr lvl="0"/>
            <a:r>
              <a:rPr lang="en-GB" b="1" dirty="0">
                <a:effectLst/>
              </a:rPr>
              <a:t>Clinic‑capacity modelling</a:t>
            </a:r>
            <a:r>
              <a:rPr lang="en-GB" dirty="0">
                <a:effectLst/>
              </a:rPr>
              <a:t> Distinguishing new‑patient vs follow‑up demand.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858E-C025-4AF1-A6DD-B6046B0811A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7871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effectLst/>
              </a:rPr>
              <a:t>This study demonstrates that:</a:t>
            </a:r>
            <a:endParaRPr lang="en-GB" dirty="0"/>
          </a:p>
          <a:p>
            <a:pPr lvl="0"/>
            <a:r>
              <a:rPr lang="en-GB" dirty="0">
                <a:effectLst/>
              </a:rPr>
              <a:t>Significant operational insight can be achieved </a:t>
            </a:r>
            <a:r>
              <a:rPr lang="en-GB" b="1" dirty="0">
                <a:effectLst/>
              </a:rPr>
              <a:t>without replacing existing clinical systems</a:t>
            </a:r>
            <a:r>
              <a:rPr lang="en-GB" dirty="0">
                <a:effectLst/>
              </a:rPr>
              <a:t>.</a:t>
            </a:r>
            <a:endParaRPr lang="en-GB" dirty="0"/>
          </a:p>
          <a:p>
            <a:pPr lvl="0"/>
            <a:r>
              <a:rPr lang="en-GB" dirty="0">
                <a:effectLst/>
              </a:rPr>
              <a:t>A lightweight IDR can unify fragmented data and expose bottlenecks previously invisible.</a:t>
            </a:r>
            <a:endParaRPr lang="en-GB" dirty="0"/>
          </a:p>
          <a:p>
            <a:pPr lvl="0"/>
            <a:r>
              <a:rPr lang="en-GB" dirty="0">
                <a:effectLst/>
              </a:rPr>
              <a:t>The dashboards materially improve operational visibility, decision‑making, and breach‑risk management.</a:t>
            </a:r>
            <a:endParaRPr lang="en-GB" dirty="0"/>
          </a:p>
          <a:p>
            <a:pPr lvl="0"/>
            <a:r>
              <a:rPr lang="en-GB" dirty="0">
                <a:effectLst/>
              </a:rPr>
              <a:t>The evaluated design principles provide transferable knowledge for NHS oncology analytics.</a:t>
            </a:r>
            <a:endParaRPr lang="en-GB" dirty="0"/>
          </a:p>
          <a:p>
            <a:r>
              <a:rPr lang="en-GB" dirty="0">
                <a:effectLst/>
              </a:rPr>
              <a:t>As the dissertation concludes:</a:t>
            </a:r>
            <a:endParaRPr lang="en-GB" dirty="0"/>
          </a:p>
          <a:p>
            <a:r>
              <a:rPr lang="en-GB" dirty="0">
                <a:effectLst/>
              </a:rPr>
              <a:t>“Meaningful improvements in operational visibility can be achieved through lightweight data integration approaches.”</a:t>
            </a:r>
            <a:endParaRPr lang="en-GB" dirty="0"/>
          </a:p>
          <a:p>
            <a:r>
              <a:rPr lang="en-GB" dirty="0">
                <a:effectLst/>
              </a:rPr>
              <a:t>Thank you.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858E-C025-4AF1-A6DD-B6046B0811A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126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6A05-B4F0-5C57-DDF3-03F8D5BFFD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905E70-1D95-5C5C-29EC-17DCFEA85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D5912-CDB6-5AA2-7249-61C42569D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90B0-83F3-44A5-AD56-B71846DFD5EA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FB998-D595-5B18-CA58-57F59BFE7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16528-7685-5F19-A439-B161CE593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F33EA-C022-474E-83D6-B56B3D7CA4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0095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BA598-5E60-50C8-3B94-25333B34B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F3002-270F-9F6E-8988-FC5E6AE01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D8B52-53A4-4594-F8D9-A603BAD5D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90B0-83F3-44A5-AD56-B71846DFD5EA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3FAED-753C-19BF-748E-8B077B217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C518F-2F8C-D91D-1176-075C57730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F33EA-C022-474E-83D6-B56B3D7CA4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705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E069D-3C66-7C80-1266-F18452CAC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B6391-C184-CF1F-6321-4ED794760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357F6-59A7-1270-FCDB-A5EA70175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90B0-83F3-44A5-AD56-B71846DFD5EA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80FC4-EACC-4E23-7FFB-B2C37B959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74866-1280-352B-10B7-0B43C6973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F33EA-C022-474E-83D6-B56B3D7CA4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4275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DF4F9-19FD-E64A-3CF2-D842E7CC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5D5DA-9E54-5E73-9413-B778A6736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C4F76-659A-E532-9CC2-60E4140EE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E61FD-1186-F587-515E-C40B1C794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90B0-83F3-44A5-AD56-B71846DFD5EA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06B01-C608-960D-AD8D-AEE843057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BD661-6EB0-4C8F-CDDB-E87913A32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F33EA-C022-474E-83D6-B56B3D7CA4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4296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E14C4-C4FD-BDE5-E925-A40569EBB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8FFED-87D8-6BF2-F305-8CA7A1465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6C57A-877A-9BE1-E89E-EB40B5307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A6FF22-AA27-E4A6-2A09-FFD194180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21008B-0EF0-C33E-E288-A8EA9B0F49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C9133A-DD8B-4B0E-26DE-3B94346D9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90B0-83F3-44A5-AD56-B71846DFD5EA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28EE52-6A67-B241-FDD5-4D2870B71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23C45E-FACA-7165-A0C3-63B7DBD12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F33EA-C022-474E-83D6-B56B3D7CA4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8107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AF1FF-076F-1CB9-763C-EA408C225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59F66F-DBE4-2BFB-1261-6C2840B2F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90B0-83F3-44A5-AD56-B71846DFD5EA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493FDF-A2F0-4C54-9018-960DA112C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FDDDD4-CAE7-FA23-016F-73B075D6A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F33EA-C022-474E-83D6-B56B3D7CA4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073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D41BC9-F174-D4D6-A703-3286BF26A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90B0-83F3-44A5-AD56-B71846DFD5EA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E435CF-0AEF-A560-AB60-6194B8583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2326F-FEF9-9068-A99A-FD838788F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F33EA-C022-474E-83D6-B56B3D7CA4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8170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275B6-FF36-8539-7AB6-3554F6CAB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9AE20-E9E6-1AA0-6578-42E1C9847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7D9136-4842-326D-EF83-AE020956B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AC43F-48BD-8394-5305-6C82CF723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90B0-83F3-44A5-AD56-B71846DFD5EA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DEB3C-443D-8D21-F1C0-50F769496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45F04-8200-3A7B-9190-B1902592F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F33EA-C022-474E-83D6-B56B3D7CA4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34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D58BD-405F-C851-C26B-16A66FF52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BE8556-7149-C667-7F64-8CD471DBF9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F520FA-54A6-0993-55A4-BDF84AE1A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471F7-65A4-2B33-0902-D489E2BDD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90B0-83F3-44A5-AD56-B71846DFD5EA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23C9E-9B69-0D93-880F-C6454657B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8EEA2-F5A5-32DA-AFAD-90EC6B705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F33EA-C022-474E-83D6-B56B3D7CA4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7242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DF574-B04E-056E-2023-BFE272DC7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B58BEF-67AE-26FB-2F0C-FF9EB0028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9AE4F-6545-FA8B-8E57-FD2537154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90B0-83F3-44A5-AD56-B71846DFD5EA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236BE-CCE4-82F7-6F4C-3B9CC9256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F4A5C-F811-794E-42B9-58436958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F33EA-C022-474E-83D6-B56B3D7CA4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4236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EECFDA-005A-8366-1530-654ABEA2D5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FB4FD8-515D-73D0-222E-7E1404B44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FC744-F9C8-1D7C-FDD7-25977A006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90B0-83F3-44A5-AD56-B71846DFD5EA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22258-0F89-27F7-B497-A1273C86D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0E531-DE59-7728-7734-AF9495CAE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F33EA-C022-474E-83D6-B56B3D7CA4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2232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B06D00-03C1-9C41-9585-EEF51DB48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FEF4D-DC82-2A50-ACD9-BAA097A72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89987-FF5E-8692-FCCB-2DC840E3D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E90B0-83F3-44A5-AD56-B71846DFD5EA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7C4A3-62FF-CFC2-6FEA-D564ACD6D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05CC5-CB26-1CC2-B36F-F407D87F0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1F33EA-C022-474E-83D6-B56B3D7CA4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2208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D11BE4-C451-5B88-92F7-3C46EE50EA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5400"/>
              <a:t>Post-MDT Oncology Workflow Bottlenecks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4688F1-F3E4-73F8-AF2A-335E85A58C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/>
              <a:t>A Design-Science Study of an NHS Integrated Data Repository and Decision Support Dashboard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/>
              <a:t>Mark Collins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/>
              <a:t>August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3A659B-4AE8-8EA8-F5C1-E71D3E90B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840" y="1166058"/>
            <a:ext cx="4014216" cy="17562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9B5ECB-1B5E-9055-4692-FC76CCBA98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840" y="4483026"/>
            <a:ext cx="3995928" cy="136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667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8C5AA7-ED87-4D15-1991-1B1579B2F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Why This Matters</a:t>
            </a:r>
            <a:endParaRPr lang="en-US" sz="54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189C6C6-515F-6258-8B07-F28C3612A4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9" r="-1" b="-1"/>
          <a:stretch>
            <a:fillRect/>
          </a:stretch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0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1" name="Content Placeholder 3">
            <a:extLst>
              <a:ext uri="{FF2B5EF4-FFF2-40B4-BE49-F238E27FC236}">
                <a16:creationId xmlns:a16="http://schemas.microsoft.com/office/drawing/2014/main" id="{85379B2F-6237-CD47-F9C0-085C9BA24EA9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4654296" y="2706624"/>
          <a:ext cx="6894576" cy="34838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70206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7E770D-2D5A-686D-68E5-D38057550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GB" sz="5400"/>
              <a:t>The Problem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9FC297E0-7DA3-0587-ACBB-A6CA3FF757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543" r="23257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A5588-410A-C0A4-E6F5-08BC068DF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GB" sz="2200"/>
              <a:t>Operational data fragmented across siloed systems</a:t>
            </a:r>
          </a:p>
          <a:p>
            <a:r>
              <a:rPr lang="en-GB" sz="2200"/>
              <a:t>Manual spreadsheet &amp; inconsistent reporting</a:t>
            </a:r>
          </a:p>
          <a:p>
            <a:r>
              <a:rPr lang="en-GB" sz="2200"/>
              <a:t>Bottlenecks hidden until breaches occur</a:t>
            </a:r>
          </a:p>
          <a:p>
            <a:r>
              <a:rPr lang="en-GB" sz="2200"/>
              <a:t>Delays between MDT outcomes and treatment initiation remain insufficiently visible</a:t>
            </a:r>
          </a:p>
        </p:txBody>
      </p:sp>
    </p:spTree>
    <p:extLst>
      <p:ext uri="{BB962C8B-B14F-4D97-AF65-F5344CB8AC3E}">
        <p14:creationId xmlns:p14="http://schemas.microsoft.com/office/powerpoint/2010/main" val="2717719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5DEF-BDE3-1E70-2FF4-A6F2D805E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5400"/>
              <a:t>Research Aim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57FEE679-8074-268C-186A-D7ADA88F7B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2621102"/>
              </p:ext>
            </p:extLst>
          </p:nvPr>
        </p:nvGraphicFramePr>
        <p:xfrm>
          <a:off x="5126418" y="552091"/>
          <a:ext cx="6224335" cy="5431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41642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95BE94-5470-F5BA-3CF4-E799E7C00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5400"/>
              <a:t>Research Objectives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5725E0-7297-1857-E298-9981971136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119965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32910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93272-69F7-1858-4BA6-47F51963C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5400"/>
              <a:t>Methodology: Design Science Research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B880973-E158-A6BE-A2E8-733C21E732E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2727130"/>
            <a:ext cx="5181600" cy="2548327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B8AE4A-3CB8-D3A0-4FA1-A4F79595ECA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Problem identification</a:t>
            </a:r>
          </a:p>
          <a:p>
            <a:r>
              <a:rPr lang="en-GB" dirty="0"/>
              <a:t>Objectives</a:t>
            </a:r>
          </a:p>
          <a:p>
            <a:r>
              <a:rPr lang="en-GB" dirty="0"/>
              <a:t>Design &amp; development</a:t>
            </a:r>
          </a:p>
          <a:p>
            <a:r>
              <a:rPr lang="en-GB" dirty="0"/>
              <a:t>Demonstration</a:t>
            </a:r>
          </a:p>
          <a:p>
            <a:r>
              <a:rPr lang="en-GB" dirty="0"/>
              <a:t>Evaluation</a:t>
            </a:r>
          </a:p>
          <a:p>
            <a:r>
              <a:rPr lang="en-GB" dirty="0"/>
              <a:t>Communication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5B0916-BCA7-93B0-5D83-F866335AE61F}"/>
              </a:ext>
            </a:extLst>
          </p:cNvPr>
          <p:cNvSpPr txBox="1"/>
          <p:nvPr/>
        </p:nvSpPr>
        <p:spPr>
          <a:xfrm>
            <a:off x="838200" y="6173399"/>
            <a:ext cx="1127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Peffers (2007) </a:t>
            </a:r>
          </a:p>
        </p:txBody>
      </p:sp>
    </p:spTree>
    <p:extLst>
      <p:ext uri="{BB962C8B-B14F-4D97-AF65-F5344CB8AC3E}">
        <p14:creationId xmlns:p14="http://schemas.microsoft.com/office/powerpoint/2010/main" val="2727791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EA32E9-C417-522B-B907-C28AEA869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The Artefact: Integrated Data Repository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888060D-856C-758F-BCF6-EDD99302FD1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42" b="12542"/>
          <a:stretch/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F6E4A-50CC-2450-30DB-7CA2B1BCF3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54296" y="2706624"/>
            <a:ext cx="6894576" cy="34838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/>
              <a:t>Python + PostgreSQL ETL</a:t>
            </a:r>
          </a:p>
          <a:p>
            <a:r>
              <a:rPr lang="en-US" sz="2200"/>
              <a:t>Staging → Integration → Fact layers</a:t>
            </a:r>
          </a:p>
          <a:p>
            <a:r>
              <a:rPr lang="en-US" sz="2200"/>
              <a:t>Harmonised pathway events</a:t>
            </a:r>
          </a:p>
          <a:p>
            <a:r>
              <a:rPr lang="en-US" sz="2200"/>
              <a:t>Automated refresh</a:t>
            </a:r>
          </a:p>
          <a:p>
            <a:r>
              <a:rPr lang="en-US" sz="2200"/>
              <a:t>Revealed data-quality issues</a:t>
            </a:r>
          </a:p>
          <a:p>
            <a:pPr lvl="1"/>
            <a:r>
              <a:rPr lang="en-US" sz="2200"/>
              <a:t>Duplicates</a:t>
            </a:r>
          </a:p>
          <a:p>
            <a:pPr lvl="1"/>
            <a:r>
              <a:rPr lang="en-US" sz="2200"/>
              <a:t>Missing outcomes</a:t>
            </a:r>
          </a:p>
          <a:p>
            <a:pPr lvl="1"/>
            <a:r>
              <a:rPr lang="en-US" sz="2200"/>
              <a:t>Manual update delays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350097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A565F7-F62E-5A6D-D58A-C87D8D2C1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5400"/>
              <a:t>Dashboard Suite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87195A6-AF7A-BBE5-6B3A-4B112587D53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2873471"/>
            <a:ext cx="5614416" cy="3144073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83244CC-1D20-DCF5-611B-D9EB8EBB1A2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496" y="2873472"/>
            <a:ext cx="5614416" cy="314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402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3C6B9A-73CB-5F8F-C7FD-B6EDACAAB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Dashboard Design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0AE85-380A-CE0E-54C8-DBF0A6421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Three dashboards</a:t>
            </a:r>
          </a:p>
          <a:p>
            <a:pPr lvl="1"/>
            <a:r>
              <a:rPr lang="en-US" sz="2200"/>
              <a:t>Oncology Referrals</a:t>
            </a:r>
          </a:p>
          <a:p>
            <a:pPr lvl="1"/>
            <a:r>
              <a:rPr lang="en-US" sz="2200"/>
              <a:t>Overall Pathway</a:t>
            </a:r>
          </a:p>
          <a:p>
            <a:pPr lvl="1"/>
            <a:r>
              <a:rPr lang="en-US" sz="2200"/>
              <a:t>RT Operations</a:t>
            </a:r>
          </a:p>
          <a:p>
            <a:r>
              <a:rPr lang="en-US" sz="2200"/>
              <a:t>Designed using ISO 9241-110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048B26A-3AAB-488B-A5CB-FC265D33FB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495959"/>
            <a:ext cx="6903720" cy="386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335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6007E9-7D35-3801-DA4D-807DD8DD9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Pathway Delays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E103B-F50C-A22D-F57C-C007B6A752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/>
              <a:t>Median post MDT pathway: </a:t>
            </a:r>
            <a:r>
              <a:rPr lang="en-US" sz="1700" b="1"/>
              <a:t>37 days</a:t>
            </a:r>
          </a:p>
          <a:p>
            <a:r>
              <a:rPr lang="en-US" sz="1700"/>
              <a:t>Longest delay: </a:t>
            </a:r>
          </a:p>
          <a:p>
            <a:pPr lvl="1"/>
            <a:r>
              <a:rPr lang="en-US" sz="1700"/>
              <a:t>CT Simulation → Treatment</a:t>
            </a:r>
          </a:p>
          <a:p>
            <a:pPr lvl="1"/>
            <a:r>
              <a:rPr lang="en-US" sz="1700"/>
              <a:t>Additional activities not captured</a:t>
            </a:r>
          </a:p>
          <a:p>
            <a:pPr lvl="2"/>
            <a:r>
              <a:rPr lang="en-US" sz="1700"/>
              <a:t>Planning, QC etc. </a:t>
            </a:r>
          </a:p>
          <a:p>
            <a:r>
              <a:rPr lang="en-US" sz="1700"/>
              <a:t>Triage → Clinic: </a:t>
            </a:r>
            <a:r>
              <a:rPr lang="en-US" sz="1700" b="1"/>
              <a:t>8 days</a:t>
            </a:r>
          </a:p>
          <a:p>
            <a:r>
              <a:rPr lang="en-US" sz="1700"/>
              <a:t>RT Referral → CT Simulation: </a:t>
            </a:r>
            <a:r>
              <a:rPr lang="en-US" sz="1700" b="1"/>
              <a:t>8 days</a:t>
            </a:r>
          </a:p>
          <a:p>
            <a:pPr lvl="1"/>
            <a:r>
              <a:rPr lang="en-US" sz="1700"/>
              <a:t>Admin delays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11C885E-591C-F250-9649-853ECA33926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11226005"/>
              </p:ext>
            </p:extLst>
          </p:nvPr>
        </p:nvGraphicFramePr>
        <p:xfrm>
          <a:off x="4654296" y="1139959"/>
          <a:ext cx="6903719" cy="457808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4769131">
                  <a:extLst>
                    <a:ext uri="{9D8B030D-6E8A-4147-A177-3AD203B41FA5}">
                      <a16:colId xmlns:a16="http://schemas.microsoft.com/office/drawing/2014/main" val="3688703778"/>
                    </a:ext>
                  </a:extLst>
                </a:gridCol>
                <a:gridCol w="2134588">
                  <a:extLst>
                    <a:ext uri="{9D8B030D-6E8A-4147-A177-3AD203B41FA5}">
                      <a16:colId xmlns:a16="http://schemas.microsoft.com/office/drawing/2014/main" val="4250920526"/>
                    </a:ext>
                  </a:extLst>
                </a:gridCol>
              </a:tblGrid>
              <a:tr h="654012">
                <a:tc>
                  <a:txBody>
                    <a:bodyPr/>
                    <a:lstStyle/>
                    <a:p>
                      <a:r>
                        <a:rPr lang="en-GB" sz="2900" b="0">
                          <a:solidFill>
                            <a:schemeClr val="bg1"/>
                          </a:solidFill>
                        </a:rPr>
                        <a:t>Stage</a:t>
                      </a:r>
                    </a:p>
                  </a:txBody>
                  <a:tcPr marL="148639" marR="148639" marT="74320" marB="7432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900" b="0">
                          <a:solidFill>
                            <a:schemeClr val="bg1"/>
                          </a:solidFill>
                        </a:rPr>
                        <a:t>Days</a:t>
                      </a:r>
                    </a:p>
                  </a:txBody>
                  <a:tcPr marL="148639" marR="148639" marT="74320" marB="7432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703741"/>
                  </a:ext>
                </a:extLst>
              </a:tr>
              <a:tr h="654012">
                <a:tc>
                  <a:txBody>
                    <a:bodyPr/>
                    <a:lstStyle/>
                    <a:p>
                      <a:r>
                        <a:rPr lang="en-GB" sz="2900"/>
                        <a:t>Referral → Triage</a:t>
                      </a:r>
                    </a:p>
                  </a:txBody>
                  <a:tcPr marL="148639" marR="148639" marT="74320" marB="74320"/>
                </a:tc>
                <a:tc>
                  <a:txBody>
                    <a:bodyPr/>
                    <a:lstStyle/>
                    <a:p>
                      <a:r>
                        <a:rPr lang="en-GB" sz="2900"/>
                        <a:t>4</a:t>
                      </a:r>
                    </a:p>
                  </a:txBody>
                  <a:tcPr marL="148639" marR="148639" marT="74320" marB="74320"/>
                </a:tc>
                <a:extLst>
                  <a:ext uri="{0D108BD9-81ED-4DB2-BD59-A6C34878D82A}">
                    <a16:rowId xmlns:a16="http://schemas.microsoft.com/office/drawing/2014/main" val="1018307254"/>
                  </a:ext>
                </a:extLst>
              </a:tr>
              <a:tr h="654012">
                <a:tc>
                  <a:txBody>
                    <a:bodyPr/>
                    <a:lstStyle/>
                    <a:p>
                      <a:r>
                        <a:rPr lang="en-GB" sz="2900"/>
                        <a:t>Triage → Clinic</a:t>
                      </a:r>
                    </a:p>
                  </a:txBody>
                  <a:tcPr marL="148639" marR="148639" marT="74320" marB="74320"/>
                </a:tc>
                <a:tc>
                  <a:txBody>
                    <a:bodyPr/>
                    <a:lstStyle/>
                    <a:p>
                      <a:r>
                        <a:rPr lang="en-GB" sz="2900"/>
                        <a:t>8</a:t>
                      </a:r>
                    </a:p>
                  </a:txBody>
                  <a:tcPr marL="148639" marR="148639" marT="74320" marB="74320"/>
                </a:tc>
                <a:extLst>
                  <a:ext uri="{0D108BD9-81ED-4DB2-BD59-A6C34878D82A}">
                    <a16:rowId xmlns:a16="http://schemas.microsoft.com/office/drawing/2014/main" val="737970977"/>
                  </a:ext>
                </a:extLst>
              </a:tr>
              <a:tr h="654012">
                <a:tc>
                  <a:txBody>
                    <a:bodyPr/>
                    <a:lstStyle/>
                    <a:p>
                      <a:r>
                        <a:rPr lang="en-GB" sz="2900"/>
                        <a:t>Clinic → RT Referral</a:t>
                      </a:r>
                    </a:p>
                  </a:txBody>
                  <a:tcPr marL="148639" marR="148639" marT="74320" marB="74320"/>
                </a:tc>
                <a:tc>
                  <a:txBody>
                    <a:bodyPr/>
                    <a:lstStyle/>
                    <a:p>
                      <a:r>
                        <a:rPr lang="en-GB" sz="2900"/>
                        <a:t>1</a:t>
                      </a:r>
                    </a:p>
                  </a:txBody>
                  <a:tcPr marL="148639" marR="148639" marT="74320" marB="74320"/>
                </a:tc>
                <a:extLst>
                  <a:ext uri="{0D108BD9-81ED-4DB2-BD59-A6C34878D82A}">
                    <a16:rowId xmlns:a16="http://schemas.microsoft.com/office/drawing/2014/main" val="2263138875"/>
                  </a:ext>
                </a:extLst>
              </a:tr>
              <a:tr h="654012">
                <a:tc>
                  <a:txBody>
                    <a:bodyPr/>
                    <a:lstStyle/>
                    <a:p>
                      <a:r>
                        <a:rPr lang="en-GB" sz="2900"/>
                        <a:t>RT Referral → CT Sim</a:t>
                      </a:r>
                    </a:p>
                  </a:txBody>
                  <a:tcPr marL="148639" marR="148639" marT="74320" marB="74320"/>
                </a:tc>
                <a:tc>
                  <a:txBody>
                    <a:bodyPr/>
                    <a:lstStyle/>
                    <a:p>
                      <a:r>
                        <a:rPr lang="en-GB" sz="2900"/>
                        <a:t>8</a:t>
                      </a:r>
                    </a:p>
                  </a:txBody>
                  <a:tcPr marL="148639" marR="148639" marT="74320" marB="74320"/>
                </a:tc>
                <a:extLst>
                  <a:ext uri="{0D108BD9-81ED-4DB2-BD59-A6C34878D82A}">
                    <a16:rowId xmlns:a16="http://schemas.microsoft.com/office/drawing/2014/main" val="846439696"/>
                  </a:ext>
                </a:extLst>
              </a:tr>
              <a:tr h="654012">
                <a:tc>
                  <a:txBody>
                    <a:bodyPr/>
                    <a:lstStyle/>
                    <a:p>
                      <a:r>
                        <a:rPr lang="en-GB" sz="2900"/>
                        <a:t>CT Sim → Treatment</a:t>
                      </a:r>
                    </a:p>
                  </a:txBody>
                  <a:tcPr marL="148639" marR="148639" marT="74320" marB="74320"/>
                </a:tc>
                <a:tc>
                  <a:txBody>
                    <a:bodyPr/>
                    <a:lstStyle/>
                    <a:p>
                      <a:r>
                        <a:rPr lang="en-GB" sz="2900"/>
                        <a:t>16</a:t>
                      </a:r>
                    </a:p>
                  </a:txBody>
                  <a:tcPr marL="148639" marR="148639" marT="74320" marB="74320"/>
                </a:tc>
                <a:extLst>
                  <a:ext uri="{0D108BD9-81ED-4DB2-BD59-A6C34878D82A}">
                    <a16:rowId xmlns:a16="http://schemas.microsoft.com/office/drawing/2014/main" val="1831224923"/>
                  </a:ext>
                </a:extLst>
              </a:tr>
              <a:tr h="654012">
                <a:tc>
                  <a:txBody>
                    <a:bodyPr/>
                    <a:lstStyle/>
                    <a:p>
                      <a:r>
                        <a:rPr lang="en-GB" sz="2900" b="1"/>
                        <a:t>Total</a:t>
                      </a:r>
                    </a:p>
                  </a:txBody>
                  <a:tcPr marL="148639" marR="148639" marT="74320" marB="74320"/>
                </a:tc>
                <a:tc>
                  <a:txBody>
                    <a:bodyPr/>
                    <a:lstStyle/>
                    <a:p>
                      <a:r>
                        <a:rPr lang="en-GB" sz="2900" b="1"/>
                        <a:t>37</a:t>
                      </a:r>
                    </a:p>
                  </a:txBody>
                  <a:tcPr marL="148639" marR="148639" marT="74320" marB="74320"/>
                </a:tc>
                <a:extLst>
                  <a:ext uri="{0D108BD9-81ED-4DB2-BD59-A6C34878D82A}">
                    <a16:rowId xmlns:a16="http://schemas.microsoft.com/office/drawing/2014/main" val="2758310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4610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8C43A-FBBF-5E23-E588-5214090D1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5400"/>
              <a:t>Radiotherapy Capacity Insights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6BD474A-FDD7-5644-C4A5-748F273F5E3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66955"/>
            <a:ext cx="5181600" cy="286867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B902F1-880F-5FD7-D058-1CABD68D16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81.56% utilisation</a:t>
            </a:r>
          </a:p>
          <a:p>
            <a:r>
              <a:rPr lang="en-GB" dirty="0"/>
              <a:t>Portsmouth highest utilisation in the country</a:t>
            </a:r>
          </a:p>
          <a:p>
            <a:r>
              <a:rPr lang="en-GB" dirty="0"/>
              <a:t>Risk stratification</a:t>
            </a:r>
          </a:p>
          <a:p>
            <a:pPr lvl="1"/>
            <a:r>
              <a:rPr lang="en-GB" dirty="0"/>
              <a:t>69.6% within JCCO recommendations</a:t>
            </a:r>
          </a:p>
          <a:p>
            <a:pPr lvl="1"/>
            <a:r>
              <a:rPr lang="en-GB" dirty="0"/>
              <a:t>27.9% outside JCCO, inside national targets</a:t>
            </a:r>
          </a:p>
          <a:p>
            <a:pPr lvl="1"/>
            <a:r>
              <a:rPr lang="en-GB" dirty="0"/>
              <a:t>2.45% breaching 31-day standard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D6732-FD31-6A9E-69FC-54D6965F135C}"/>
              </a:ext>
            </a:extLst>
          </p:cNvPr>
          <p:cNvSpPr txBox="1"/>
          <p:nvPr/>
        </p:nvSpPr>
        <p:spPr>
          <a:xfrm>
            <a:off x="1068512" y="5789488"/>
            <a:ext cx="13959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Ash (2004)</a:t>
            </a:r>
          </a:p>
          <a:p>
            <a:r>
              <a:rPr lang="en-GB" sz="1200" dirty="0"/>
              <a:t>NHS Digital (2026)</a:t>
            </a:r>
          </a:p>
        </p:txBody>
      </p:sp>
    </p:spTree>
    <p:extLst>
      <p:ext uri="{BB962C8B-B14F-4D97-AF65-F5344CB8AC3E}">
        <p14:creationId xmlns:p14="http://schemas.microsoft.com/office/powerpoint/2010/main" val="3931318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FC6811-86FC-E550-7B28-82BFE8ADB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Evaluation Results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24887-C3B6-2218-468A-8592BE657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/>
              <a:t>SUS Score: </a:t>
            </a:r>
            <a:r>
              <a:rPr lang="en-US" sz="1700" b="1"/>
              <a:t>93.3</a:t>
            </a:r>
            <a:endParaRPr lang="en-US" sz="1700"/>
          </a:p>
          <a:p>
            <a:r>
              <a:rPr lang="en-US" sz="1700"/>
              <a:t>Stakeholders</a:t>
            </a:r>
          </a:p>
          <a:p>
            <a:pPr lvl="1"/>
            <a:r>
              <a:rPr lang="en-US" sz="1700"/>
              <a:t>Clinical Director</a:t>
            </a:r>
          </a:p>
          <a:p>
            <a:pPr lvl="1"/>
            <a:r>
              <a:rPr lang="en-US" sz="1700"/>
              <a:t>RT Ops Manager</a:t>
            </a:r>
          </a:p>
          <a:p>
            <a:pPr lvl="1"/>
            <a:r>
              <a:rPr lang="en-US" sz="1700"/>
              <a:t>Lead Radiographer</a:t>
            </a:r>
          </a:p>
          <a:p>
            <a:r>
              <a:rPr lang="en-US" sz="1700"/>
              <a:t>Reported benefits:</a:t>
            </a:r>
          </a:p>
          <a:p>
            <a:pPr lvl="1"/>
            <a:r>
              <a:rPr lang="en-US" sz="1700"/>
              <a:t>Improved visibility</a:t>
            </a:r>
          </a:p>
          <a:p>
            <a:pPr lvl="1"/>
            <a:r>
              <a:rPr lang="en-US" sz="1700"/>
              <a:t>Earlier breach detection</a:t>
            </a:r>
          </a:p>
          <a:p>
            <a:pPr lvl="1"/>
            <a:r>
              <a:rPr lang="en-US" sz="1700"/>
              <a:t>Reduced manual reporting</a:t>
            </a:r>
          </a:p>
          <a:p>
            <a:pPr lvl="1"/>
            <a:r>
              <a:rPr lang="en-US" sz="1700"/>
              <a:t>Operational adoption likely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759F5FF-1687-893B-1EBC-83CA4287ADB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15495918"/>
              </p:ext>
            </p:extLst>
          </p:nvPr>
        </p:nvGraphicFramePr>
        <p:xfrm>
          <a:off x="4654296" y="961201"/>
          <a:ext cx="6903721" cy="4935600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3392375">
                  <a:extLst>
                    <a:ext uri="{9D8B030D-6E8A-4147-A177-3AD203B41FA5}">
                      <a16:colId xmlns:a16="http://schemas.microsoft.com/office/drawing/2014/main" val="237073156"/>
                    </a:ext>
                  </a:extLst>
                </a:gridCol>
                <a:gridCol w="3511346">
                  <a:extLst>
                    <a:ext uri="{9D8B030D-6E8A-4147-A177-3AD203B41FA5}">
                      <a16:colId xmlns:a16="http://schemas.microsoft.com/office/drawing/2014/main" val="3417345646"/>
                    </a:ext>
                  </a:extLst>
                </a:gridCol>
              </a:tblGrid>
              <a:tr h="1117648">
                <a:tc>
                  <a:txBody>
                    <a:bodyPr/>
                    <a:lstStyle/>
                    <a:p>
                      <a:r>
                        <a:rPr lang="en-GB" sz="4300" b="0" cap="none" spc="0">
                          <a:solidFill>
                            <a:schemeClr val="bg1"/>
                          </a:solidFill>
                        </a:rPr>
                        <a:t>Participant</a:t>
                      </a:r>
                    </a:p>
                  </a:txBody>
                  <a:tcPr marL="244740" marR="244740" marT="244740" marB="12237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4300" b="0" cap="none" spc="0">
                          <a:solidFill>
                            <a:schemeClr val="bg1"/>
                          </a:solidFill>
                        </a:rPr>
                        <a:t>SUS Score</a:t>
                      </a:r>
                    </a:p>
                  </a:txBody>
                  <a:tcPr marL="244740" marR="244740" marT="244740" marB="12237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060714"/>
                  </a:ext>
                </a:extLst>
              </a:tr>
              <a:tr h="954488">
                <a:tc>
                  <a:txBody>
                    <a:bodyPr/>
                    <a:lstStyle/>
                    <a:p>
                      <a:r>
                        <a:rPr lang="en-GB" sz="3200" cap="none" spc="0">
                          <a:solidFill>
                            <a:schemeClr val="tx1"/>
                          </a:solidFill>
                        </a:rPr>
                        <a:t>P1</a:t>
                      </a:r>
                    </a:p>
                  </a:txBody>
                  <a:tcPr marL="244740" marR="244740" marT="244740" marB="12237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cap="none" spc="0">
                          <a:solidFill>
                            <a:schemeClr val="tx1"/>
                          </a:solidFill>
                        </a:rPr>
                        <a:t>95.0</a:t>
                      </a:r>
                    </a:p>
                  </a:txBody>
                  <a:tcPr marL="244740" marR="244740" marT="244740" marB="12237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414647"/>
                  </a:ext>
                </a:extLst>
              </a:tr>
              <a:tr h="954488">
                <a:tc>
                  <a:txBody>
                    <a:bodyPr/>
                    <a:lstStyle/>
                    <a:p>
                      <a:r>
                        <a:rPr lang="en-GB" sz="3200" cap="none" spc="0">
                          <a:solidFill>
                            <a:schemeClr val="tx1"/>
                          </a:solidFill>
                        </a:rPr>
                        <a:t>P2</a:t>
                      </a:r>
                    </a:p>
                  </a:txBody>
                  <a:tcPr marL="244740" marR="244740" marT="244740" marB="12237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cap="none" spc="0">
                          <a:solidFill>
                            <a:schemeClr val="tx1"/>
                          </a:solidFill>
                        </a:rPr>
                        <a:t>90.0</a:t>
                      </a:r>
                    </a:p>
                  </a:txBody>
                  <a:tcPr marL="244740" marR="244740" marT="244740" marB="12237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35028"/>
                  </a:ext>
                </a:extLst>
              </a:tr>
              <a:tr h="954488">
                <a:tc>
                  <a:txBody>
                    <a:bodyPr/>
                    <a:lstStyle/>
                    <a:p>
                      <a:r>
                        <a:rPr lang="en-GB" sz="3200" cap="none" spc="0">
                          <a:solidFill>
                            <a:schemeClr val="tx1"/>
                          </a:solidFill>
                        </a:rPr>
                        <a:t>P3</a:t>
                      </a:r>
                    </a:p>
                  </a:txBody>
                  <a:tcPr marL="244740" marR="244740" marT="244740" marB="12237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cap="none" spc="0">
                          <a:solidFill>
                            <a:schemeClr val="tx1"/>
                          </a:solidFill>
                        </a:rPr>
                        <a:t>95.0</a:t>
                      </a:r>
                    </a:p>
                  </a:txBody>
                  <a:tcPr marL="244740" marR="244740" marT="244740" marB="12237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577227"/>
                  </a:ext>
                </a:extLst>
              </a:tr>
              <a:tr h="954488">
                <a:tc>
                  <a:txBody>
                    <a:bodyPr/>
                    <a:lstStyle/>
                    <a:p>
                      <a:r>
                        <a:rPr lang="en-GB" sz="3200" b="1" cap="none" spc="0">
                          <a:solidFill>
                            <a:schemeClr val="tx1"/>
                          </a:solidFill>
                        </a:rPr>
                        <a:t>Mean</a:t>
                      </a:r>
                    </a:p>
                  </a:txBody>
                  <a:tcPr marL="244740" marR="244740" marT="244740" marB="12237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b="1" cap="none" spc="0">
                          <a:solidFill>
                            <a:schemeClr val="tx1"/>
                          </a:solidFill>
                        </a:rPr>
                        <a:t>93.3</a:t>
                      </a:r>
                    </a:p>
                  </a:txBody>
                  <a:tcPr marL="244740" marR="244740" marT="244740" marB="12237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165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5065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A3370-D770-8135-3AAB-CEDBA9003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Design Principles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17A18E-587C-C249-AE0A-0C545C9497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9499460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16266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0B16-77ED-2B24-6B05-0038029F7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5400" kern="1200">
                <a:latin typeface="+mj-lt"/>
                <a:ea typeface="+mj-ea"/>
                <a:cs typeface="+mj-cs"/>
              </a:rPr>
              <a:t>Limitations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54242C-AFD5-69FB-7539-3C6ECE6A8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/>
              <a:t>Single-site study</a:t>
            </a:r>
          </a:p>
          <a:p>
            <a:pPr lvl="1"/>
            <a:r>
              <a:rPr lang="en-US" sz="2200"/>
              <a:t>Small user sample group</a:t>
            </a:r>
          </a:p>
          <a:p>
            <a:r>
              <a:rPr lang="en-US" sz="2200"/>
              <a:t>Dependant on source-system data quality</a:t>
            </a:r>
          </a:p>
          <a:p>
            <a:r>
              <a:rPr lang="en-US" sz="2200"/>
              <a:t>CT → Treatment interval aggregates hidden processes</a:t>
            </a:r>
          </a:p>
          <a:p>
            <a:r>
              <a:rPr lang="en-US" sz="2200"/>
              <a:t>Evaluation focused on usability, not outcomes</a:t>
            </a:r>
          </a:p>
        </p:txBody>
      </p:sp>
    </p:spTree>
    <p:extLst>
      <p:ext uri="{BB962C8B-B14F-4D97-AF65-F5344CB8AC3E}">
        <p14:creationId xmlns:p14="http://schemas.microsoft.com/office/powerpoint/2010/main" val="1502999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304E94-F959-A864-D779-25E817BCE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Future Work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375C56-901F-AC40-8072-EE2D72F117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2305382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6631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EDFD37-ED88-C267-EB24-6EF79CBE8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Conclusion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2C18C11A-D4C7-5628-C8B2-779671F26A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1326990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16953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E4E4B4C-05FD-E8AF-5D04-A5211E880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References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EF5B23-84D7-F610-6F74-46E0315AA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/>
              <a:t>Ash, D., Barrett, A., Hinks, A. and Squire, C. (2004) ‘Re-audit of radiotherapy waiting times 2003,’ Clinical Oncology, 16(6), pp. 387–394</a:t>
            </a:r>
          </a:p>
          <a:p>
            <a:r>
              <a:rPr lang="en-GB" sz="2200"/>
              <a:t>Johnson, Peter (2024) ‘Updating the NHS cancer waiting time standards,’ </a:t>
            </a:r>
            <a:r>
              <a:rPr lang="en-GB" sz="2200" i="1"/>
              <a:t>BMJ Oncology</a:t>
            </a:r>
            <a:r>
              <a:rPr lang="en-GB" sz="2200"/>
              <a:t>, 3(1)</a:t>
            </a:r>
          </a:p>
          <a:p>
            <a:r>
              <a:rPr lang="en-GB" sz="2200"/>
              <a:t>NHS Digital (2026b) ‘RTDS quality dashboard,’ Available at: https://digital.nhs.uk/ndrs/data/data-outputs/data-quality-and-insights-hub/rtds-hscn-quality-dashboard (Accessed: 2026-03-01)</a:t>
            </a:r>
          </a:p>
          <a:p>
            <a:r>
              <a:rPr lang="en-GB" sz="2200"/>
              <a:t>Peffers, Ken, Tuunanen, Tuure, Rothenberger, Marcus A. and Chatterjee, Samir (2007) ‘A design science research methodology for information systems research,’ </a:t>
            </a:r>
            <a:r>
              <a:rPr lang="en-GB" sz="2200" i="1"/>
              <a:t>Journal of Management Information Systems</a:t>
            </a:r>
            <a:r>
              <a:rPr lang="en-GB" sz="2200"/>
              <a:t>, 24(3), pp. 45–77</a:t>
            </a:r>
          </a:p>
        </p:txBody>
      </p:sp>
    </p:spTree>
    <p:extLst>
      <p:ext uri="{BB962C8B-B14F-4D97-AF65-F5344CB8AC3E}">
        <p14:creationId xmlns:p14="http://schemas.microsoft.com/office/powerpoint/2010/main" val="3667508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1501</Words>
  <Application>Microsoft Office PowerPoint</Application>
  <PresentationFormat>Widescreen</PresentationFormat>
  <Paragraphs>270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Post-MDT Oncology Workflow Bottlenecks</vt:lpstr>
      <vt:lpstr>Why This Matters</vt:lpstr>
      <vt:lpstr>The Problem</vt:lpstr>
      <vt:lpstr>Research Aim</vt:lpstr>
      <vt:lpstr>Research Objectives</vt:lpstr>
      <vt:lpstr>Methodology: Design Science Research</vt:lpstr>
      <vt:lpstr>The Artefact: Integrated Data Repository</vt:lpstr>
      <vt:lpstr>Dashboard Suite</vt:lpstr>
      <vt:lpstr>Dashboard Design</vt:lpstr>
      <vt:lpstr>Pathway Delays</vt:lpstr>
      <vt:lpstr>Radiotherapy Capacity Insights</vt:lpstr>
      <vt:lpstr>Evaluation Results</vt:lpstr>
      <vt:lpstr>Design Principles</vt:lpstr>
      <vt:lpstr>Limitations</vt:lpstr>
      <vt:lpstr>Future Work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Collins</dc:creator>
  <cp:lastModifiedBy>Mark Collins</cp:lastModifiedBy>
  <cp:revision>1</cp:revision>
  <dcterms:created xsi:type="dcterms:W3CDTF">2026-08-06T13:04:22Z</dcterms:created>
  <dcterms:modified xsi:type="dcterms:W3CDTF">2026-08-06T15:28:10Z</dcterms:modified>
</cp:coreProperties>
</file>